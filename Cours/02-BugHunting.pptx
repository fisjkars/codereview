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8" r:id="rId1"/>
  </p:sldMasterIdLst>
  <p:notesMasterIdLst>
    <p:notesMasterId r:id="rId34"/>
  </p:notesMasterIdLst>
  <p:sldIdLst>
    <p:sldId id="259" r:id="rId2"/>
    <p:sldId id="262" r:id="rId3"/>
    <p:sldId id="260" r:id="rId4"/>
    <p:sldId id="281" r:id="rId5"/>
    <p:sldId id="328" r:id="rId6"/>
    <p:sldId id="329" r:id="rId7"/>
    <p:sldId id="330" r:id="rId8"/>
    <p:sldId id="263" r:id="rId9"/>
    <p:sldId id="332" r:id="rId10"/>
    <p:sldId id="333" r:id="rId11"/>
    <p:sldId id="334" r:id="rId12"/>
    <p:sldId id="335" r:id="rId13"/>
    <p:sldId id="336" r:id="rId14"/>
    <p:sldId id="337" r:id="rId15"/>
    <p:sldId id="338" r:id="rId16"/>
    <p:sldId id="340" r:id="rId17"/>
    <p:sldId id="341" r:id="rId18"/>
    <p:sldId id="342" r:id="rId19"/>
    <p:sldId id="339" r:id="rId20"/>
    <p:sldId id="343" r:id="rId21"/>
    <p:sldId id="344" r:id="rId22"/>
    <p:sldId id="345" r:id="rId23"/>
    <p:sldId id="346" r:id="rId24"/>
    <p:sldId id="347" r:id="rId25"/>
    <p:sldId id="348" r:id="rId26"/>
    <p:sldId id="349" r:id="rId27"/>
    <p:sldId id="350" r:id="rId28"/>
    <p:sldId id="351" r:id="rId29"/>
    <p:sldId id="352" r:id="rId30"/>
    <p:sldId id="353" r:id="rId31"/>
    <p:sldId id="354" r:id="rId32"/>
    <p:sldId id="355" r:id="rId33"/>
  </p:sldIdLst>
  <p:sldSz cx="12192000" cy="6858000"/>
  <p:notesSz cx="6858000" cy="9144000"/>
  <p:embeddedFontLst>
    <p:embeddedFont>
      <p:font typeface="Abril Fatface" panose="02000503000000020003" pitchFamily="2" charset="77"/>
      <p:regular r:id="rId35"/>
    </p:embeddedFont>
    <p:embeddedFont>
      <p:font typeface="Open Sans" panose="020B0606030504020204" pitchFamily="34" charset="0"/>
      <p:regular r:id="rId36"/>
      <p:bold r:id="rId37"/>
      <p:italic r:id="rId38"/>
      <p:boldItalic r:id="rId39"/>
    </p:embeddedFont>
    <p:embeddedFont>
      <p:font typeface="Roboto" panose="02000000000000000000" pitchFamily="2" charset="0"/>
      <p:regular r:id="rId40"/>
      <p:bold r:id="rId41"/>
      <p:italic r:id="rId42"/>
      <p:boldItalic r:id="rId43"/>
    </p:embeddedFont>
    <p:embeddedFont>
      <p:font typeface="Roboto Mono" pitchFamily="49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601"/>
    <p:restoredTop sz="75770"/>
  </p:normalViewPr>
  <p:slideViewPr>
    <p:cSldViewPr snapToGrid="0">
      <p:cViewPr varScale="1">
        <p:scale>
          <a:sx n="170" d="100"/>
          <a:sy n="170" d="100"/>
        </p:scale>
        <p:origin x="3344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0" d="100"/>
          <a:sy n="110" d="100"/>
        </p:scale>
        <p:origin x="4312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openxmlformats.org/officeDocument/2006/relationships/font" Target="fonts/font13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font" Target="fonts/font12.fntdata"/><Relationship Id="rId20" Type="http://schemas.openxmlformats.org/officeDocument/2006/relationships/slide" Target="slides/slide19.xml"/><Relationship Id="rId41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0D75583-4A44-484F-91BD-3743187D34C3}" type="doc">
      <dgm:prSet loTypeId="urn:microsoft.com/office/officeart/2005/8/layout/vList2" loCatId="list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9096A69D-47EA-408C-B5AA-E4109C03AB19}">
      <dgm:prSet phldrT="[Texte]"/>
      <dgm:spPr>
        <a:solidFill>
          <a:srgbClr val="3387C3"/>
        </a:solidFill>
        <a:ln>
          <a:solidFill>
            <a:schemeClr val="tx1"/>
          </a:solidFill>
        </a:ln>
      </dgm:spPr>
      <dgm:t>
        <a:bodyPr/>
        <a:lstStyle/>
        <a:p>
          <a:r>
            <a:rPr lang="fr-FR" dirty="0" err="1">
              <a:solidFill>
                <a:schemeClr val="tx1"/>
              </a:solidFill>
            </a:rPr>
            <a:t>Blackbox</a:t>
          </a:r>
          <a:r>
            <a:rPr lang="fr-FR" dirty="0">
              <a:solidFill>
                <a:schemeClr val="tx1"/>
              </a:solidFill>
            </a:rPr>
            <a:t> – No </a:t>
          </a:r>
          <a:r>
            <a:rPr lang="fr-FR" dirty="0" err="1">
              <a:solidFill>
                <a:schemeClr val="tx1"/>
              </a:solidFill>
            </a:rPr>
            <a:t>knowledge</a:t>
          </a:r>
          <a:endParaRPr lang="fr-FR" dirty="0">
            <a:solidFill>
              <a:schemeClr val="tx1"/>
            </a:solidFill>
          </a:endParaRPr>
        </a:p>
      </dgm:t>
    </dgm:pt>
    <dgm:pt modelId="{47EDF7FD-A3C4-40D1-BF17-AA66BA33CE2C}" type="parTrans" cxnId="{58764C46-FF6A-480C-AF23-AB33F05AE4FE}">
      <dgm:prSet/>
      <dgm:spPr/>
      <dgm:t>
        <a:bodyPr/>
        <a:lstStyle/>
        <a:p>
          <a:endParaRPr lang="fr-FR"/>
        </a:p>
      </dgm:t>
    </dgm:pt>
    <dgm:pt modelId="{C73F23A3-85D0-426A-B681-B4D01ABABB96}" type="sibTrans" cxnId="{58764C46-FF6A-480C-AF23-AB33F05AE4FE}">
      <dgm:prSet/>
      <dgm:spPr/>
      <dgm:t>
        <a:bodyPr/>
        <a:lstStyle/>
        <a:p>
          <a:endParaRPr lang="fr-FR"/>
        </a:p>
      </dgm:t>
    </dgm:pt>
    <dgm:pt modelId="{ADB0574C-486D-465F-9B4C-001AFCBFF842}">
      <dgm:prSet phldrT="[Texte]"/>
      <dgm:spPr>
        <a:solidFill>
          <a:srgbClr val="89ACDB"/>
        </a:solidFill>
        <a:ln>
          <a:solidFill>
            <a:schemeClr val="tx1"/>
          </a:solidFill>
        </a:ln>
      </dgm:spPr>
      <dgm:t>
        <a:bodyPr/>
        <a:lstStyle/>
        <a:p>
          <a:r>
            <a:rPr lang="fr-FR" dirty="0" err="1">
              <a:solidFill>
                <a:schemeClr val="bg1">
                  <a:lumMod val="85000"/>
                </a:schemeClr>
              </a:solidFill>
            </a:rPr>
            <a:t>Greybox</a:t>
          </a:r>
          <a:r>
            <a:rPr lang="fr-FR" dirty="0">
              <a:solidFill>
                <a:schemeClr val="bg1">
                  <a:lumMod val="85000"/>
                </a:schemeClr>
              </a:solidFill>
            </a:rPr>
            <a:t> – Partial </a:t>
          </a:r>
          <a:r>
            <a:rPr lang="fr-FR" dirty="0" err="1">
              <a:solidFill>
                <a:schemeClr val="bg1">
                  <a:lumMod val="85000"/>
                </a:schemeClr>
              </a:solidFill>
            </a:rPr>
            <a:t>knowledge</a:t>
          </a:r>
          <a:endParaRPr lang="fr-FR" dirty="0">
            <a:solidFill>
              <a:schemeClr val="bg1">
                <a:lumMod val="85000"/>
              </a:schemeClr>
            </a:solidFill>
          </a:endParaRPr>
        </a:p>
      </dgm:t>
    </dgm:pt>
    <dgm:pt modelId="{E7AE51D4-D560-4128-B22A-8BEEB97D6598}" type="parTrans" cxnId="{77662825-1FE2-4EF6-9797-D74D757ABA58}">
      <dgm:prSet/>
      <dgm:spPr/>
      <dgm:t>
        <a:bodyPr/>
        <a:lstStyle/>
        <a:p>
          <a:endParaRPr lang="fr-FR"/>
        </a:p>
      </dgm:t>
    </dgm:pt>
    <dgm:pt modelId="{EC42A5DE-D387-4632-961D-9AA154EA28D6}" type="sibTrans" cxnId="{77662825-1FE2-4EF6-9797-D74D757ABA58}">
      <dgm:prSet/>
      <dgm:spPr/>
      <dgm:t>
        <a:bodyPr/>
        <a:lstStyle/>
        <a:p>
          <a:endParaRPr lang="fr-FR"/>
        </a:p>
      </dgm:t>
    </dgm:pt>
    <dgm:pt modelId="{E8730D84-5C87-46F7-AE99-ECFBD377B133}">
      <dgm:prSet phldrT="[Texte]"/>
      <dgm:spPr/>
      <dgm:t>
        <a:bodyPr/>
        <a:lstStyle/>
        <a:p>
          <a:r>
            <a:rPr lang="fr-FR"/>
            <a:t>User </a:t>
          </a:r>
          <a:r>
            <a:rPr lang="fr-FR" err="1"/>
            <a:t>account</a:t>
          </a:r>
          <a:r>
            <a:rPr lang="fr-FR"/>
            <a:t> / </a:t>
          </a:r>
          <a:r>
            <a:rPr lang="fr-FR" err="1"/>
            <a:t>technology</a:t>
          </a:r>
          <a:r>
            <a:rPr lang="fr-FR"/>
            <a:t> stack</a:t>
          </a:r>
        </a:p>
      </dgm:t>
    </dgm:pt>
    <dgm:pt modelId="{66E66BDA-49C6-41E0-8DC0-750D4DD99F60}" type="parTrans" cxnId="{2C630965-E167-4D6E-989B-B3B0F33864AE}">
      <dgm:prSet/>
      <dgm:spPr/>
      <dgm:t>
        <a:bodyPr/>
        <a:lstStyle/>
        <a:p>
          <a:endParaRPr lang="fr-FR"/>
        </a:p>
      </dgm:t>
    </dgm:pt>
    <dgm:pt modelId="{86C9CB4C-A7E2-4FB9-A389-312156BF1B07}" type="sibTrans" cxnId="{2C630965-E167-4D6E-989B-B3B0F33864AE}">
      <dgm:prSet/>
      <dgm:spPr/>
      <dgm:t>
        <a:bodyPr/>
        <a:lstStyle/>
        <a:p>
          <a:endParaRPr lang="fr-FR"/>
        </a:p>
      </dgm:t>
    </dgm:pt>
    <dgm:pt modelId="{495078A9-053F-4874-8C8B-218460EAB8CD}">
      <dgm:prSet phldrT="[Texte]"/>
      <dgm:spPr>
        <a:solidFill>
          <a:srgbClr val="19D5EE"/>
        </a:solidFill>
        <a:ln>
          <a:solidFill>
            <a:schemeClr val="tx1"/>
          </a:solidFill>
        </a:ln>
      </dgm:spPr>
      <dgm:t>
        <a:bodyPr/>
        <a:lstStyle/>
        <a:p>
          <a:r>
            <a:rPr lang="fr-FR" dirty="0" err="1">
              <a:solidFill>
                <a:schemeClr val="bg1"/>
              </a:solidFill>
            </a:rPr>
            <a:t>Whitebox</a:t>
          </a:r>
          <a:r>
            <a:rPr lang="fr-FR" dirty="0">
              <a:solidFill>
                <a:schemeClr val="bg1"/>
              </a:solidFill>
            </a:rPr>
            <a:t> – Full </a:t>
          </a:r>
          <a:r>
            <a:rPr lang="fr-FR" dirty="0" err="1">
              <a:solidFill>
                <a:schemeClr val="bg1"/>
              </a:solidFill>
            </a:rPr>
            <a:t>knowledge</a:t>
          </a:r>
          <a:endParaRPr lang="fr-FR" dirty="0">
            <a:solidFill>
              <a:schemeClr val="bg1"/>
            </a:solidFill>
          </a:endParaRPr>
        </a:p>
      </dgm:t>
    </dgm:pt>
    <dgm:pt modelId="{EBAAB9C6-2C18-42E3-8EB5-995E3C0BB14F}" type="parTrans" cxnId="{E57DAF76-704F-457F-9CA0-DE1F0C4584E6}">
      <dgm:prSet/>
      <dgm:spPr/>
      <dgm:t>
        <a:bodyPr/>
        <a:lstStyle/>
        <a:p>
          <a:endParaRPr lang="fr-FR"/>
        </a:p>
      </dgm:t>
    </dgm:pt>
    <dgm:pt modelId="{0D5A2BEA-94BA-4C13-A4DC-B8C19BDA153D}" type="sibTrans" cxnId="{E57DAF76-704F-457F-9CA0-DE1F0C4584E6}">
      <dgm:prSet/>
      <dgm:spPr/>
      <dgm:t>
        <a:bodyPr/>
        <a:lstStyle/>
        <a:p>
          <a:endParaRPr lang="fr-FR"/>
        </a:p>
      </dgm:t>
    </dgm:pt>
    <dgm:pt modelId="{76B604CD-5789-40B2-8DC1-3CD1B1C9F0EF}">
      <dgm:prSet phldrT="[Texte]"/>
      <dgm:spPr/>
      <dgm:t>
        <a:bodyPr/>
        <a:lstStyle/>
        <a:p>
          <a:r>
            <a:rPr lang="fr-FR"/>
            <a:t>Access to source code</a:t>
          </a:r>
        </a:p>
      </dgm:t>
    </dgm:pt>
    <dgm:pt modelId="{767E4D3F-ED32-4F4E-A12F-545DAAB22CC2}" type="parTrans" cxnId="{48EE0317-6A51-4530-8B5B-D9AF359584AC}">
      <dgm:prSet/>
      <dgm:spPr/>
      <dgm:t>
        <a:bodyPr/>
        <a:lstStyle/>
        <a:p>
          <a:endParaRPr lang="fr-FR"/>
        </a:p>
      </dgm:t>
    </dgm:pt>
    <dgm:pt modelId="{1B1272F8-555A-4C23-ABDA-BA15DA33521D}" type="sibTrans" cxnId="{48EE0317-6A51-4530-8B5B-D9AF359584AC}">
      <dgm:prSet/>
      <dgm:spPr/>
      <dgm:t>
        <a:bodyPr/>
        <a:lstStyle/>
        <a:p>
          <a:endParaRPr lang="fr-FR"/>
        </a:p>
      </dgm:t>
    </dgm:pt>
    <dgm:pt modelId="{3F566FA5-695B-44D8-B693-E916FFCA9328}">
      <dgm:prSet/>
      <dgm:spPr/>
      <dgm:t>
        <a:bodyPr/>
        <a:lstStyle/>
        <a:p>
          <a:r>
            <a:rPr lang="fr-FR"/>
            <a:t>No info on </a:t>
          </a:r>
          <a:r>
            <a:rPr lang="fr-FR" err="1"/>
            <a:t>target</a:t>
          </a:r>
          <a:endParaRPr lang="fr-FR"/>
        </a:p>
      </dgm:t>
    </dgm:pt>
    <dgm:pt modelId="{6E9384DD-5CFC-41E9-9318-C0E9EDE87C22}" type="parTrans" cxnId="{FD25F301-430E-486B-8A54-D7C28D90E746}">
      <dgm:prSet/>
      <dgm:spPr/>
      <dgm:t>
        <a:bodyPr/>
        <a:lstStyle/>
        <a:p>
          <a:endParaRPr lang="fr-FR"/>
        </a:p>
      </dgm:t>
    </dgm:pt>
    <dgm:pt modelId="{FA7A6ED8-5E76-47DC-8B21-9E0FFCB874E2}" type="sibTrans" cxnId="{FD25F301-430E-486B-8A54-D7C28D90E746}">
      <dgm:prSet/>
      <dgm:spPr/>
      <dgm:t>
        <a:bodyPr/>
        <a:lstStyle/>
        <a:p>
          <a:endParaRPr lang="fr-FR"/>
        </a:p>
      </dgm:t>
    </dgm:pt>
    <dgm:pt modelId="{701D3389-2D0D-49C9-86CA-F1E1AEE9DD38}">
      <dgm:prSet phldrT="[Texte]"/>
      <dgm:spPr/>
      <dgm:t>
        <a:bodyPr/>
        <a:lstStyle/>
        <a:p>
          <a:r>
            <a:rPr lang="fr-FR"/>
            <a:t>Infrastructure documentation</a:t>
          </a:r>
        </a:p>
      </dgm:t>
    </dgm:pt>
    <dgm:pt modelId="{12DDA3F3-3419-45D5-B052-24670C3F3881}" type="parTrans" cxnId="{3E54F24A-D357-4729-B78A-F108DD01D244}">
      <dgm:prSet/>
      <dgm:spPr/>
      <dgm:t>
        <a:bodyPr/>
        <a:lstStyle/>
        <a:p>
          <a:endParaRPr lang="fr-FR"/>
        </a:p>
      </dgm:t>
    </dgm:pt>
    <dgm:pt modelId="{088AD576-5D64-4BA1-9A42-1B5D720BAA99}" type="sibTrans" cxnId="{3E54F24A-D357-4729-B78A-F108DD01D244}">
      <dgm:prSet/>
      <dgm:spPr/>
      <dgm:t>
        <a:bodyPr/>
        <a:lstStyle/>
        <a:p>
          <a:endParaRPr lang="fr-FR"/>
        </a:p>
      </dgm:t>
    </dgm:pt>
    <dgm:pt modelId="{21BA92FA-0949-4317-8CBD-3AC3E2B0E76A}">
      <dgm:prSet/>
      <dgm:spPr/>
      <dgm:t>
        <a:bodyPr/>
        <a:lstStyle/>
        <a:p>
          <a:endParaRPr lang="fr-FR"/>
        </a:p>
      </dgm:t>
    </dgm:pt>
    <dgm:pt modelId="{B2FBC50B-A018-4774-A89D-F45632991EEA}" type="parTrans" cxnId="{19F9A2DB-5AEF-4886-A2B4-0AD9BF134D41}">
      <dgm:prSet/>
      <dgm:spPr/>
      <dgm:t>
        <a:bodyPr/>
        <a:lstStyle/>
        <a:p>
          <a:endParaRPr lang="fr-FR"/>
        </a:p>
      </dgm:t>
    </dgm:pt>
    <dgm:pt modelId="{90F97777-2D52-4D9C-B891-93F6CD156D8D}" type="sibTrans" cxnId="{19F9A2DB-5AEF-4886-A2B4-0AD9BF134D41}">
      <dgm:prSet/>
      <dgm:spPr/>
      <dgm:t>
        <a:bodyPr/>
        <a:lstStyle/>
        <a:p>
          <a:endParaRPr lang="fr-FR"/>
        </a:p>
      </dgm:t>
    </dgm:pt>
    <dgm:pt modelId="{84DABBB2-EEB7-46C9-B334-CD26644F055D}">
      <dgm:prSet phldrT="[Texte]"/>
      <dgm:spPr/>
      <dgm:t>
        <a:bodyPr/>
        <a:lstStyle/>
        <a:p>
          <a:endParaRPr lang="fr-FR"/>
        </a:p>
      </dgm:t>
    </dgm:pt>
    <dgm:pt modelId="{EFD9D927-372D-45FE-A588-AAB485E85C99}" type="parTrans" cxnId="{F810BC1C-BB5E-4C18-883B-772681195FED}">
      <dgm:prSet/>
      <dgm:spPr/>
      <dgm:t>
        <a:bodyPr/>
        <a:lstStyle/>
        <a:p>
          <a:endParaRPr lang="fr-FR"/>
        </a:p>
      </dgm:t>
    </dgm:pt>
    <dgm:pt modelId="{53182698-BDE4-4B2F-8E75-BD139968DFA9}" type="sibTrans" cxnId="{F810BC1C-BB5E-4C18-883B-772681195FED}">
      <dgm:prSet/>
      <dgm:spPr/>
      <dgm:t>
        <a:bodyPr/>
        <a:lstStyle/>
        <a:p>
          <a:endParaRPr lang="fr-FR"/>
        </a:p>
      </dgm:t>
    </dgm:pt>
    <dgm:pt modelId="{0A44BDD0-2EA9-4B5D-9064-2D692807B4B3}" type="pres">
      <dgm:prSet presAssocID="{70D75583-4A44-484F-91BD-3743187D34C3}" presName="linear" presStyleCnt="0">
        <dgm:presLayoutVars>
          <dgm:animLvl val="lvl"/>
          <dgm:resizeHandles val="exact"/>
        </dgm:presLayoutVars>
      </dgm:prSet>
      <dgm:spPr/>
    </dgm:pt>
    <dgm:pt modelId="{1C98F497-0667-45DC-AC7D-ECD79CBC520F}" type="pres">
      <dgm:prSet presAssocID="{9096A69D-47EA-408C-B5AA-E4109C03AB19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223F5FD-0609-4601-A07F-A432C8FC18CB}" type="pres">
      <dgm:prSet presAssocID="{9096A69D-47EA-408C-B5AA-E4109C03AB19}" presName="childText" presStyleLbl="revTx" presStyleIdx="0" presStyleCnt="3">
        <dgm:presLayoutVars>
          <dgm:bulletEnabled val="1"/>
        </dgm:presLayoutVars>
      </dgm:prSet>
      <dgm:spPr/>
    </dgm:pt>
    <dgm:pt modelId="{25E58C26-DF86-453C-AE86-FD88E487065E}" type="pres">
      <dgm:prSet presAssocID="{ADB0574C-486D-465F-9B4C-001AFCBFF84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A414085-366D-40A3-B03C-A0BC1332BFDF}" type="pres">
      <dgm:prSet presAssocID="{ADB0574C-486D-465F-9B4C-001AFCBFF842}" presName="childText" presStyleLbl="revTx" presStyleIdx="1" presStyleCnt="3">
        <dgm:presLayoutVars>
          <dgm:bulletEnabled val="1"/>
        </dgm:presLayoutVars>
      </dgm:prSet>
      <dgm:spPr/>
    </dgm:pt>
    <dgm:pt modelId="{60495996-BC50-4AE7-A97D-E7993D6D5B91}" type="pres">
      <dgm:prSet presAssocID="{495078A9-053F-4874-8C8B-218460EAB8CD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5DD31B0F-518E-4218-B7E8-EABCD704814A}" type="pres">
      <dgm:prSet presAssocID="{495078A9-053F-4874-8C8B-218460EAB8CD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FD25F301-430E-486B-8A54-D7C28D90E746}" srcId="{9096A69D-47EA-408C-B5AA-E4109C03AB19}" destId="{3F566FA5-695B-44D8-B693-E916FFCA9328}" srcOrd="0" destOrd="0" parTransId="{6E9384DD-5CFC-41E9-9318-C0E9EDE87C22}" sibTransId="{FA7A6ED8-5E76-47DC-8B21-9E0FFCB874E2}"/>
    <dgm:cxn modelId="{CD882005-F93B-4AE5-9162-656CC9D4033E}" type="presOf" srcId="{76B604CD-5789-40B2-8DC1-3CD1B1C9F0EF}" destId="{5DD31B0F-518E-4218-B7E8-EABCD704814A}" srcOrd="0" destOrd="0" presId="urn:microsoft.com/office/officeart/2005/8/layout/vList2"/>
    <dgm:cxn modelId="{48EE0317-6A51-4530-8B5B-D9AF359584AC}" srcId="{495078A9-053F-4874-8C8B-218460EAB8CD}" destId="{76B604CD-5789-40B2-8DC1-3CD1B1C9F0EF}" srcOrd="0" destOrd="0" parTransId="{767E4D3F-ED32-4F4E-A12F-545DAAB22CC2}" sibTransId="{1B1272F8-555A-4C23-ABDA-BA15DA33521D}"/>
    <dgm:cxn modelId="{F810BC1C-BB5E-4C18-883B-772681195FED}" srcId="{ADB0574C-486D-465F-9B4C-001AFCBFF842}" destId="{84DABBB2-EEB7-46C9-B334-CD26644F055D}" srcOrd="1" destOrd="0" parTransId="{EFD9D927-372D-45FE-A588-AAB485E85C99}" sibTransId="{53182698-BDE4-4B2F-8E75-BD139968DFA9}"/>
    <dgm:cxn modelId="{77662825-1FE2-4EF6-9797-D74D757ABA58}" srcId="{70D75583-4A44-484F-91BD-3743187D34C3}" destId="{ADB0574C-486D-465F-9B4C-001AFCBFF842}" srcOrd="1" destOrd="0" parTransId="{E7AE51D4-D560-4128-B22A-8BEEB97D6598}" sibTransId="{EC42A5DE-D387-4632-961D-9AA154EA28D6}"/>
    <dgm:cxn modelId="{58764C46-FF6A-480C-AF23-AB33F05AE4FE}" srcId="{70D75583-4A44-484F-91BD-3743187D34C3}" destId="{9096A69D-47EA-408C-B5AA-E4109C03AB19}" srcOrd="0" destOrd="0" parTransId="{47EDF7FD-A3C4-40D1-BF17-AA66BA33CE2C}" sibTransId="{C73F23A3-85D0-426A-B681-B4D01ABABB96}"/>
    <dgm:cxn modelId="{3E54F24A-D357-4729-B78A-F108DD01D244}" srcId="{495078A9-053F-4874-8C8B-218460EAB8CD}" destId="{701D3389-2D0D-49C9-86CA-F1E1AEE9DD38}" srcOrd="1" destOrd="0" parTransId="{12DDA3F3-3419-45D5-B052-24670C3F3881}" sibTransId="{088AD576-5D64-4BA1-9A42-1B5D720BAA99}"/>
    <dgm:cxn modelId="{2C630965-E167-4D6E-989B-B3B0F33864AE}" srcId="{ADB0574C-486D-465F-9B4C-001AFCBFF842}" destId="{E8730D84-5C87-46F7-AE99-ECFBD377B133}" srcOrd="0" destOrd="0" parTransId="{66E66BDA-49C6-41E0-8DC0-750D4DD99F60}" sibTransId="{86C9CB4C-A7E2-4FB9-A389-312156BF1B07}"/>
    <dgm:cxn modelId="{AA181771-F261-403C-A004-78FB06459FE5}" type="presOf" srcId="{ADB0574C-486D-465F-9B4C-001AFCBFF842}" destId="{25E58C26-DF86-453C-AE86-FD88E487065E}" srcOrd="0" destOrd="0" presId="urn:microsoft.com/office/officeart/2005/8/layout/vList2"/>
    <dgm:cxn modelId="{E57DAF76-704F-457F-9CA0-DE1F0C4584E6}" srcId="{70D75583-4A44-484F-91BD-3743187D34C3}" destId="{495078A9-053F-4874-8C8B-218460EAB8CD}" srcOrd="2" destOrd="0" parTransId="{EBAAB9C6-2C18-42E3-8EB5-995E3C0BB14F}" sibTransId="{0D5A2BEA-94BA-4C13-A4DC-B8C19BDA153D}"/>
    <dgm:cxn modelId="{FEACE780-A84B-47AA-BDD2-53598239832C}" type="presOf" srcId="{E8730D84-5C87-46F7-AE99-ECFBD377B133}" destId="{3A414085-366D-40A3-B03C-A0BC1332BFDF}" srcOrd="0" destOrd="0" presId="urn:microsoft.com/office/officeart/2005/8/layout/vList2"/>
    <dgm:cxn modelId="{6DD3D683-88D2-41C8-A054-08226E6CFA8C}" type="presOf" srcId="{701D3389-2D0D-49C9-86CA-F1E1AEE9DD38}" destId="{5DD31B0F-518E-4218-B7E8-EABCD704814A}" srcOrd="0" destOrd="1" presId="urn:microsoft.com/office/officeart/2005/8/layout/vList2"/>
    <dgm:cxn modelId="{5D99FFA8-3D0C-4FDD-B1B9-A8CDBB8CA317}" type="presOf" srcId="{3F566FA5-695B-44D8-B693-E916FFCA9328}" destId="{E223F5FD-0609-4601-A07F-A432C8FC18CB}" srcOrd="0" destOrd="0" presId="urn:microsoft.com/office/officeart/2005/8/layout/vList2"/>
    <dgm:cxn modelId="{A151A4B4-BBC8-4140-B260-F4A3518A78B3}" type="presOf" srcId="{84DABBB2-EEB7-46C9-B334-CD26644F055D}" destId="{3A414085-366D-40A3-B03C-A0BC1332BFDF}" srcOrd="0" destOrd="1" presId="urn:microsoft.com/office/officeart/2005/8/layout/vList2"/>
    <dgm:cxn modelId="{6EF76FBD-5E96-439E-8F2E-F9CF99C0290C}" type="presOf" srcId="{70D75583-4A44-484F-91BD-3743187D34C3}" destId="{0A44BDD0-2EA9-4B5D-9064-2D692807B4B3}" srcOrd="0" destOrd="0" presId="urn:microsoft.com/office/officeart/2005/8/layout/vList2"/>
    <dgm:cxn modelId="{644E83C3-ADFD-4A4C-8F7E-CAB6392ACFB5}" type="presOf" srcId="{495078A9-053F-4874-8C8B-218460EAB8CD}" destId="{60495996-BC50-4AE7-A97D-E7993D6D5B91}" srcOrd="0" destOrd="0" presId="urn:microsoft.com/office/officeart/2005/8/layout/vList2"/>
    <dgm:cxn modelId="{F6CE69CA-0904-47DC-913A-9D545B141B5C}" type="presOf" srcId="{9096A69D-47EA-408C-B5AA-E4109C03AB19}" destId="{1C98F497-0667-45DC-AC7D-ECD79CBC520F}" srcOrd="0" destOrd="0" presId="urn:microsoft.com/office/officeart/2005/8/layout/vList2"/>
    <dgm:cxn modelId="{19F9A2DB-5AEF-4886-A2B4-0AD9BF134D41}" srcId="{9096A69D-47EA-408C-B5AA-E4109C03AB19}" destId="{21BA92FA-0949-4317-8CBD-3AC3E2B0E76A}" srcOrd="1" destOrd="0" parTransId="{B2FBC50B-A018-4774-A89D-F45632991EEA}" sibTransId="{90F97777-2D52-4D9C-B891-93F6CD156D8D}"/>
    <dgm:cxn modelId="{B443D9FA-9DF3-417C-B64D-2DC512E7FA03}" type="presOf" srcId="{21BA92FA-0949-4317-8CBD-3AC3E2B0E76A}" destId="{E223F5FD-0609-4601-A07F-A432C8FC18CB}" srcOrd="0" destOrd="1" presId="urn:microsoft.com/office/officeart/2005/8/layout/vList2"/>
    <dgm:cxn modelId="{D7364119-333E-4173-BF56-9735A9D4F28C}" type="presParOf" srcId="{0A44BDD0-2EA9-4B5D-9064-2D692807B4B3}" destId="{1C98F497-0667-45DC-AC7D-ECD79CBC520F}" srcOrd="0" destOrd="0" presId="urn:microsoft.com/office/officeart/2005/8/layout/vList2"/>
    <dgm:cxn modelId="{886904A4-AC56-4C86-BD1C-5B03FED532F6}" type="presParOf" srcId="{0A44BDD0-2EA9-4B5D-9064-2D692807B4B3}" destId="{E223F5FD-0609-4601-A07F-A432C8FC18CB}" srcOrd="1" destOrd="0" presId="urn:microsoft.com/office/officeart/2005/8/layout/vList2"/>
    <dgm:cxn modelId="{7094870D-41E9-4B5D-9E2A-ECFF8B52B054}" type="presParOf" srcId="{0A44BDD0-2EA9-4B5D-9064-2D692807B4B3}" destId="{25E58C26-DF86-453C-AE86-FD88E487065E}" srcOrd="2" destOrd="0" presId="urn:microsoft.com/office/officeart/2005/8/layout/vList2"/>
    <dgm:cxn modelId="{4AC19B73-0BC2-42C6-81D1-8CC7A14995D3}" type="presParOf" srcId="{0A44BDD0-2EA9-4B5D-9064-2D692807B4B3}" destId="{3A414085-366D-40A3-B03C-A0BC1332BFDF}" srcOrd="3" destOrd="0" presId="urn:microsoft.com/office/officeart/2005/8/layout/vList2"/>
    <dgm:cxn modelId="{A93C23A4-B761-46C4-A0EF-EDB50FB96515}" type="presParOf" srcId="{0A44BDD0-2EA9-4B5D-9064-2D692807B4B3}" destId="{60495996-BC50-4AE7-A97D-E7993D6D5B91}" srcOrd="4" destOrd="0" presId="urn:microsoft.com/office/officeart/2005/8/layout/vList2"/>
    <dgm:cxn modelId="{12924C8E-5C69-4024-B3F7-4FDE1AB6B3A3}" type="presParOf" srcId="{0A44BDD0-2EA9-4B5D-9064-2D692807B4B3}" destId="{5DD31B0F-518E-4218-B7E8-EABCD704814A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98F497-0667-45DC-AC7D-ECD79CBC520F}">
      <dsp:nvSpPr>
        <dsp:cNvPr id="0" name=""/>
        <dsp:cNvSpPr/>
      </dsp:nvSpPr>
      <dsp:spPr>
        <a:xfrm>
          <a:off x="0" y="38745"/>
          <a:ext cx="7880245" cy="514800"/>
        </a:xfrm>
        <a:prstGeom prst="roundRect">
          <a:avLst/>
        </a:prstGeom>
        <a:solidFill>
          <a:srgbClr val="3387C3"/>
        </a:solidFill>
        <a:ln w="38100" cap="flat" cmpd="sng" algn="ctr">
          <a:solidFill>
            <a:schemeClr val="tx1"/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200" kern="1200" dirty="0" err="1">
              <a:solidFill>
                <a:schemeClr val="tx1"/>
              </a:solidFill>
            </a:rPr>
            <a:t>Blackbox</a:t>
          </a:r>
          <a:r>
            <a:rPr lang="fr-FR" sz="2200" kern="1200" dirty="0">
              <a:solidFill>
                <a:schemeClr val="tx1"/>
              </a:solidFill>
            </a:rPr>
            <a:t> – No </a:t>
          </a:r>
          <a:r>
            <a:rPr lang="fr-FR" sz="2200" kern="1200" dirty="0" err="1">
              <a:solidFill>
                <a:schemeClr val="tx1"/>
              </a:solidFill>
            </a:rPr>
            <a:t>knowledge</a:t>
          </a:r>
          <a:endParaRPr lang="fr-FR" sz="2200" kern="1200" dirty="0">
            <a:solidFill>
              <a:schemeClr val="tx1"/>
            </a:solidFill>
          </a:endParaRPr>
        </a:p>
      </dsp:txBody>
      <dsp:txXfrm>
        <a:off x="25130" y="63875"/>
        <a:ext cx="7829985" cy="464540"/>
      </dsp:txXfrm>
    </dsp:sp>
    <dsp:sp modelId="{E223F5FD-0609-4601-A07F-A432C8FC18CB}">
      <dsp:nvSpPr>
        <dsp:cNvPr id="0" name=""/>
        <dsp:cNvSpPr/>
      </dsp:nvSpPr>
      <dsp:spPr>
        <a:xfrm>
          <a:off x="0" y="553545"/>
          <a:ext cx="7880245" cy="5578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0198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FR" sz="1700" kern="1200"/>
            <a:t>No info on </a:t>
          </a:r>
          <a:r>
            <a:rPr lang="fr-FR" sz="1700" kern="1200" err="1"/>
            <a:t>target</a:t>
          </a:r>
          <a:endParaRPr lang="fr-FR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fr-FR" sz="1700" kern="1200"/>
        </a:p>
      </dsp:txBody>
      <dsp:txXfrm>
        <a:off x="0" y="553545"/>
        <a:ext cx="7880245" cy="557865"/>
      </dsp:txXfrm>
    </dsp:sp>
    <dsp:sp modelId="{25E58C26-DF86-453C-AE86-FD88E487065E}">
      <dsp:nvSpPr>
        <dsp:cNvPr id="0" name=""/>
        <dsp:cNvSpPr/>
      </dsp:nvSpPr>
      <dsp:spPr>
        <a:xfrm>
          <a:off x="0" y="1111410"/>
          <a:ext cx="7880245" cy="514800"/>
        </a:xfrm>
        <a:prstGeom prst="roundRect">
          <a:avLst/>
        </a:prstGeom>
        <a:solidFill>
          <a:srgbClr val="89ACDB"/>
        </a:solidFill>
        <a:ln w="38100" cap="flat" cmpd="sng" algn="ctr">
          <a:solidFill>
            <a:schemeClr val="tx1"/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200" kern="1200" dirty="0" err="1">
              <a:solidFill>
                <a:schemeClr val="bg1">
                  <a:lumMod val="85000"/>
                </a:schemeClr>
              </a:solidFill>
            </a:rPr>
            <a:t>Greybox</a:t>
          </a:r>
          <a:r>
            <a:rPr lang="fr-FR" sz="2200" kern="1200" dirty="0">
              <a:solidFill>
                <a:schemeClr val="bg1">
                  <a:lumMod val="85000"/>
                </a:schemeClr>
              </a:solidFill>
            </a:rPr>
            <a:t> – Partial </a:t>
          </a:r>
          <a:r>
            <a:rPr lang="fr-FR" sz="2200" kern="1200" dirty="0" err="1">
              <a:solidFill>
                <a:schemeClr val="bg1">
                  <a:lumMod val="85000"/>
                </a:schemeClr>
              </a:solidFill>
            </a:rPr>
            <a:t>knowledge</a:t>
          </a:r>
          <a:endParaRPr lang="fr-FR" sz="2200" kern="1200" dirty="0">
            <a:solidFill>
              <a:schemeClr val="bg1">
                <a:lumMod val="85000"/>
              </a:schemeClr>
            </a:solidFill>
          </a:endParaRPr>
        </a:p>
      </dsp:txBody>
      <dsp:txXfrm>
        <a:off x="25130" y="1136540"/>
        <a:ext cx="7829985" cy="464540"/>
      </dsp:txXfrm>
    </dsp:sp>
    <dsp:sp modelId="{3A414085-366D-40A3-B03C-A0BC1332BFDF}">
      <dsp:nvSpPr>
        <dsp:cNvPr id="0" name=""/>
        <dsp:cNvSpPr/>
      </dsp:nvSpPr>
      <dsp:spPr>
        <a:xfrm>
          <a:off x="0" y="1626211"/>
          <a:ext cx="7880245" cy="5578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0198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FR" sz="1700" kern="1200"/>
            <a:t>User </a:t>
          </a:r>
          <a:r>
            <a:rPr lang="fr-FR" sz="1700" kern="1200" err="1"/>
            <a:t>account</a:t>
          </a:r>
          <a:r>
            <a:rPr lang="fr-FR" sz="1700" kern="1200"/>
            <a:t> / </a:t>
          </a:r>
          <a:r>
            <a:rPr lang="fr-FR" sz="1700" kern="1200" err="1"/>
            <a:t>technology</a:t>
          </a:r>
          <a:r>
            <a:rPr lang="fr-FR" sz="1700" kern="1200"/>
            <a:t> stack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fr-FR" sz="1700" kern="1200"/>
        </a:p>
      </dsp:txBody>
      <dsp:txXfrm>
        <a:off x="0" y="1626211"/>
        <a:ext cx="7880245" cy="557865"/>
      </dsp:txXfrm>
    </dsp:sp>
    <dsp:sp modelId="{60495996-BC50-4AE7-A97D-E7993D6D5B91}">
      <dsp:nvSpPr>
        <dsp:cNvPr id="0" name=""/>
        <dsp:cNvSpPr/>
      </dsp:nvSpPr>
      <dsp:spPr>
        <a:xfrm>
          <a:off x="0" y="2184076"/>
          <a:ext cx="7880245" cy="514800"/>
        </a:xfrm>
        <a:prstGeom prst="roundRect">
          <a:avLst/>
        </a:prstGeom>
        <a:solidFill>
          <a:srgbClr val="19D5EE"/>
        </a:solidFill>
        <a:ln w="38100" cap="flat" cmpd="sng" algn="ctr">
          <a:solidFill>
            <a:schemeClr val="tx1"/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200" kern="1200" dirty="0" err="1">
              <a:solidFill>
                <a:schemeClr val="bg1"/>
              </a:solidFill>
            </a:rPr>
            <a:t>Whitebox</a:t>
          </a:r>
          <a:r>
            <a:rPr lang="fr-FR" sz="2200" kern="1200" dirty="0">
              <a:solidFill>
                <a:schemeClr val="bg1"/>
              </a:solidFill>
            </a:rPr>
            <a:t> – Full </a:t>
          </a:r>
          <a:r>
            <a:rPr lang="fr-FR" sz="2200" kern="1200" dirty="0" err="1">
              <a:solidFill>
                <a:schemeClr val="bg1"/>
              </a:solidFill>
            </a:rPr>
            <a:t>knowledge</a:t>
          </a:r>
          <a:endParaRPr lang="fr-FR" sz="2200" kern="1200" dirty="0">
            <a:solidFill>
              <a:schemeClr val="bg1"/>
            </a:solidFill>
          </a:endParaRPr>
        </a:p>
      </dsp:txBody>
      <dsp:txXfrm>
        <a:off x="25130" y="2209206"/>
        <a:ext cx="7829985" cy="464540"/>
      </dsp:txXfrm>
    </dsp:sp>
    <dsp:sp modelId="{5DD31B0F-518E-4218-B7E8-EABCD704814A}">
      <dsp:nvSpPr>
        <dsp:cNvPr id="0" name=""/>
        <dsp:cNvSpPr/>
      </dsp:nvSpPr>
      <dsp:spPr>
        <a:xfrm>
          <a:off x="0" y="2698876"/>
          <a:ext cx="7880245" cy="5578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0198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FR" sz="1700" kern="1200"/>
            <a:t>Access to source code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FR" sz="1700" kern="1200"/>
            <a:t>Infrastructure documentation</a:t>
          </a:r>
        </a:p>
      </dsp:txBody>
      <dsp:txXfrm>
        <a:off x="0" y="2698876"/>
        <a:ext cx="7880245" cy="5578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ymbol.dev/handbook/commit-discipline.html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wasp.org/Top10/A06_2021-Vulnerable_and_Outdated_Components/" TargetMode="External"/><Relationship Id="rId3" Type="http://schemas.openxmlformats.org/officeDocument/2006/relationships/hyperlink" Target="https://owasp.org/Top10/A01_2021-Broken_Access_Control/" TargetMode="External"/><Relationship Id="rId7" Type="http://schemas.openxmlformats.org/officeDocument/2006/relationships/hyperlink" Target="https://owasp.org/Top10/A05_2021-Security_Misconfiguration/" TargetMode="External"/><Relationship Id="rId12" Type="http://schemas.openxmlformats.org/officeDocument/2006/relationships/hyperlink" Target="https://owasp.org/Top10/A10_2021-Server-Side_Request_Forgery_%28SSRF%29/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owasp.org/Top10/A04_2021-Insecure_Design/" TargetMode="External"/><Relationship Id="rId11" Type="http://schemas.openxmlformats.org/officeDocument/2006/relationships/hyperlink" Target="https://owasp.org/Top10/A09_2021-Security_Logging_and_Monitoring_Failures/" TargetMode="External"/><Relationship Id="rId5" Type="http://schemas.openxmlformats.org/officeDocument/2006/relationships/hyperlink" Target="https://owasp.org/Top10/A03_2021-Injection/" TargetMode="External"/><Relationship Id="rId10" Type="http://schemas.openxmlformats.org/officeDocument/2006/relationships/hyperlink" Target="https://owasp.org/Top10/A08_2021-Software_and_Data_Integrity_Failures/" TargetMode="External"/><Relationship Id="rId4" Type="http://schemas.openxmlformats.org/officeDocument/2006/relationships/hyperlink" Target="https://owasp.org/Top10/A02_2021-Cryptographic_Failures/" TargetMode="External"/><Relationship Id="rId9" Type="http://schemas.openxmlformats.org/officeDocument/2006/relationships/hyperlink" Target="https://owasp.org/Top10/A07_2021-Identification_and_Authentication_Failures/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a073618e60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a073618e60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a073618e60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a073618e60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a073618e60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a073618e60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53B8654E-5704-A091-108F-A1583C610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54A36D17-6C94-8F2F-8EBD-A99EC7BFE6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4498BC39-AD16-B0E4-1AB4-11321F59AE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196820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4A0B3320-EB3E-FB62-AC86-BB0C839E9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1A093ABD-267E-6E8F-DDA5-6D0D002464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CABF8AF3-0F14-92A3-BDC4-A18AF6949A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05164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3D8361CB-9FCB-AB71-339C-FEE4018DB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8C0F8CF9-A090-5584-0BD1-C0DED5654A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7C049767-CD14-63CA-C0AF-7BFAF1D571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9329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D6D3C2E2-6A6D-9870-1384-B40A873F8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0CFBB875-0D1C-6AC4-4030-9ADF693579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DDB28D5F-72EF-7D9B-3AAF-16214853EF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67674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r>
              <a:rPr lang="fr-FR" b="1" i="0" u="none" strike="noStrike" dirty="0">
                <a:solidFill>
                  <a:srgbClr val="B32AF9"/>
                </a:solidFill>
                <a:effectLst/>
                <a:latin typeface="Rajdhani"/>
              </a:rPr>
              <a:t>main </a:t>
            </a:r>
            <a:r>
              <a:rPr lang="fr-FR" b="1" i="0" u="none" strike="noStrike" dirty="0" err="1">
                <a:solidFill>
                  <a:srgbClr val="B32AF9"/>
                </a:solidFill>
                <a:effectLst/>
                <a:latin typeface="Rajdhani"/>
              </a:rPr>
              <a:t>branch</a:t>
            </a:r>
            <a:endParaRPr lang="fr-FR" b="1" i="0" u="none" strike="noStrike" dirty="0">
              <a:solidFill>
                <a:srgbClr val="CCCCCC"/>
              </a:solidFill>
              <a:effectLst/>
              <a:latin typeface="ProtipoLight"/>
            </a:endParaRP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This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follows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the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syndicate’s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public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release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schedule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Everything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on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official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,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any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commit landing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here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must have been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validated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by a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release manager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Official releases are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marked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either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using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git tags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or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release branches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When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ready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, the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dev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merged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(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without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squashing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)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into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the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main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by the release manager.</a:t>
            </a:r>
          </a:p>
          <a:p>
            <a:pPr marL="158750" indent="0" algn="l">
              <a:spcAft>
                <a:spcPts val="788"/>
              </a:spcAft>
              <a:buNone/>
            </a:pPr>
            <a:endParaRPr lang="fr-FR" b="0" i="0" u="none" strike="noStrike" dirty="0">
              <a:solidFill>
                <a:srgbClr val="CCCCCC"/>
              </a:solidFill>
              <a:effectLst/>
              <a:latin typeface="ProtipoLight"/>
            </a:endParaRPr>
          </a:p>
          <a:p>
            <a:pPr marL="158750" indent="0" algn="l">
              <a:spcAft>
                <a:spcPts val="788"/>
              </a:spcAft>
              <a:buNone/>
            </a:pPr>
            <a:endParaRPr lang="fr-FR" b="0" i="0" u="none" strike="noStrike" dirty="0">
              <a:solidFill>
                <a:srgbClr val="CCCCCC"/>
              </a:solidFill>
              <a:effectLst/>
              <a:latin typeface="ProtipoLight"/>
            </a:endParaRP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r>
              <a:rPr lang="fr-FR" b="1" i="0" u="none" strike="noStrike" dirty="0">
                <a:solidFill>
                  <a:srgbClr val="B32AF9"/>
                </a:solidFill>
                <a:effectLst/>
                <a:latin typeface="Rajdhani"/>
              </a:rPr>
              <a:t>dev </a:t>
            </a:r>
            <a:r>
              <a:rPr lang="fr-FR" b="1" i="0" u="none" strike="noStrike" dirty="0" err="1">
                <a:solidFill>
                  <a:srgbClr val="B32AF9"/>
                </a:solidFill>
                <a:effectLst/>
                <a:latin typeface="Rajdhani"/>
              </a:rPr>
              <a:t>branch</a:t>
            </a:r>
            <a:endParaRPr lang="fr-FR" b="1" i="0" u="none" strike="noStrike" dirty="0">
              <a:solidFill>
                <a:srgbClr val="B32AF9"/>
              </a:solidFill>
              <a:effectLst/>
              <a:latin typeface="Rajdhani"/>
            </a:endParaRP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Commits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in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have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undergone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Quality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Assurance (QA),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they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pass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unit tests and code style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linting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To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ensure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all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,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only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the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repository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maintainers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have commit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rights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into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Code lands on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via GitHub Pull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Requests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(PR)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from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1" u="none" strike="noStrike" dirty="0" err="1">
                <a:solidFill>
                  <a:srgbClr val="CCCCCC"/>
                </a:solidFill>
                <a:effectLst/>
                <a:latin typeface="ProtipoLight"/>
              </a:rPr>
              <a:t>feature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branches.</a:t>
            </a: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endParaRPr lang="fr-FR" b="0" i="0" u="none" strike="noStrike" dirty="0">
              <a:solidFill>
                <a:srgbClr val="B32AF9"/>
              </a:solidFill>
              <a:effectLst/>
              <a:latin typeface="Rajdhani"/>
            </a:endParaRP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endParaRPr lang="fr-FR" b="0" i="0" u="none" strike="noStrike" dirty="0">
              <a:solidFill>
                <a:srgbClr val="B32AF9"/>
              </a:solidFill>
              <a:effectLst/>
              <a:latin typeface="Rajdhani"/>
            </a:endParaRP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r>
              <a:rPr lang="fr-FR" b="1" i="0" u="none" strike="noStrike" dirty="0" err="1">
                <a:solidFill>
                  <a:srgbClr val="B32AF9"/>
                </a:solidFill>
                <a:effectLst/>
                <a:latin typeface="Rajdhani"/>
              </a:rPr>
              <a:t>feature</a:t>
            </a:r>
            <a:r>
              <a:rPr lang="fr-FR" b="1" i="0" u="none" strike="noStrike" dirty="0">
                <a:solidFill>
                  <a:srgbClr val="B32AF9"/>
                </a:solidFill>
                <a:effectLst/>
                <a:latin typeface="Rajdhani"/>
              </a:rPr>
              <a:t> branches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Each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deals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with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single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feature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They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depart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from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the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dev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and go back to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via a PR,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ensuring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peer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reviewed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and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passes QA, unit tests and code style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linting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Commit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early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/ commit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often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principle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No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special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commit message format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enforced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in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Before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submitting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 PR for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merging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into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dev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,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commits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in a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feature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shall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rebased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to the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current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HEAD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and 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squashed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into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one or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several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properly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formatted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commits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(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See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>
                <a:solidFill>
                  <a:srgbClr val="27C5F3"/>
                </a:solidFill>
                <a:effectLst/>
                <a:latin typeface="ProtipoLight"/>
                <a:hlinkClick r:id="rId3"/>
              </a:rPr>
              <a:t>Commit discipline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)).</a:t>
            </a:r>
          </a:p>
          <a:p>
            <a:pPr marL="158750" indent="0" algn="l">
              <a:spcAft>
                <a:spcPts val="788"/>
              </a:spcAft>
              <a:buNone/>
            </a:pPr>
            <a:endParaRPr lang="fr-FR" b="0" i="0" u="none" strike="noStrike" dirty="0">
              <a:solidFill>
                <a:srgbClr val="CCCCCC"/>
              </a:solidFill>
              <a:effectLst/>
              <a:latin typeface="ProtipoLight"/>
            </a:endParaRP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Feature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branches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should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deleted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after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merging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them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back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into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dev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r>
              <a:rPr lang="fr-FR" b="0" i="0" u="none" strike="noStrike" dirty="0" err="1">
                <a:solidFill>
                  <a:srgbClr val="B32AF9"/>
                </a:solidFill>
                <a:effectLst/>
                <a:latin typeface="Rajdhani"/>
              </a:rPr>
              <a:t>task</a:t>
            </a:r>
            <a:r>
              <a:rPr lang="fr-FR" b="0" i="0" u="none" strike="noStrike" dirty="0">
                <a:solidFill>
                  <a:srgbClr val="B32AF9"/>
                </a:solidFill>
                <a:effectLst/>
                <a:latin typeface="Rajdhani"/>
              </a:rPr>
              <a:t> branches (</a:t>
            </a:r>
            <a:r>
              <a:rPr lang="fr-FR" b="0" i="0" u="none" strike="noStrike" dirty="0" err="1">
                <a:solidFill>
                  <a:srgbClr val="B32AF9"/>
                </a:solidFill>
                <a:effectLst/>
                <a:latin typeface="Rajdhani"/>
              </a:rPr>
              <a:t>optional</a:t>
            </a:r>
            <a:r>
              <a:rPr lang="fr-FR" b="0" i="0" u="none" strike="noStrike" dirty="0">
                <a:solidFill>
                  <a:srgbClr val="B32AF9"/>
                </a:solidFill>
                <a:effectLst/>
                <a:latin typeface="Rajdhani"/>
              </a:rPr>
              <a:t>)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When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features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are big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enough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they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can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divided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into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tasks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1" u="none" strike="noStrike" dirty="0" err="1">
                <a:solidFill>
                  <a:srgbClr val="CCCCCC"/>
                </a:solidFill>
                <a:effectLst/>
                <a:latin typeface="ProtipoLight"/>
              </a:rPr>
              <a:t>task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branches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depart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from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and,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later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, merge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into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their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corresponding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1" u="none" strike="noStrike" dirty="0" err="1">
                <a:solidFill>
                  <a:srgbClr val="CCCCCC"/>
                </a:solidFill>
                <a:effectLst/>
                <a:latin typeface="ProtipoLight"/>
              </a:rPr>
              <a:t>feature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after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peer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review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Commit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early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/ commit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often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principle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No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special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commit message format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enforced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r>
              <a:rPr lang="fr-FR" b="0" i="0" u="none" strike="noStrike" dirty="0">
                <a:solidFill>
                  <a:srgbClr val="B32AF9"/>
                </a:solidFill>
                <a:effectLst/>
                <a:latin typeface="Rajdhani"/>
              </a:rPr>
              <a:t>release branches (discussion </a:t>
            </a:r>
            <a:r>
              <a:rPr lang="fr-FR" b="0" i="0" u="none" strike="noStrike" dirty="0" err="1">
                <a:solidFill>
                  <a:srgbClr val="B32AF9"/>
                </a:solidFill>
                <a:effectLst/>
                <a:latin typeface="Rajdhani"/>
              </a:rPr>
              <a:t>ongoing</a:t>
            </a:r>
            <a:r>
              <a:rPr lang="fr-FR" b="0" i="0" u="none" strike="noStrike" dirty="0">
                <a:solidFill>
                  <a:srgbClr val="B32AF9"/>
                </a:solidFill>
                <a:effectLst/>
                <a:latin typeface="Rajdhani"/>
              </a:rPr>
              <a:t>)</a:t>
            </a:r>
          </a:p>
          <a:p>
            <a:pPr marL="158750" indent="0" algn="l">
              <a:spcAft>
                <a:spcPts val="788"/>
              </a:spcAft>
              <a:buNone/>
            </a:pPr>
            <a:endParaRPr lang="fr-FR" b="0" i="0" u="none" strike="noStrike" dirty="0">
              <a:solidFill>
                <a:srgbClr val="CCCCCC"/>
              </a:solidFill>
              <a:effectLst/>
              <a:latin typeface="ProtipoLight"/>
            </a:endParaRP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Fork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from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main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Hotfixes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are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applied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to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release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branches by release managers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after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peer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review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6BF52FFF-7FC4-03A3-A0B9-F585E20E5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51C14D28-1409-D859-0ECA-9267CDED8C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ABBBFEF2-E18A-D602-C3BA-0DE18D0FF7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3"/>
              </a:rPr>
              <a:t>A01:2021-Broken Access Control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moves up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fifth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position to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most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serious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web application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security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risk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;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contributed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data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indicates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that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average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3.81% of applications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tested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had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one or more Common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Weakness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Enumerations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(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)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more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than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318k occurrences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risk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The 34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mapped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Broken Access Control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had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more occurrences in applications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than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any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other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4"/>
              </a:rPr>
              <a:t>A02:2021-Cryptographic 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shifts up one position to #2,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previously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known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as 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A3:2017-Sensitive Data </a:t>
            </a:r>
            <a:r>
              <a:rPr lang="fr-FR" b="1" i="0" u="none" strike="noStrike" dirty="0" err="1">
                <a:effectLst/>
                <a:latin typeface="Roboto" panose="02000000000000000000" pitchFamily="2" charset="0"/>
              </a:rPr>
              <a:t>Exposure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which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was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broad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symptom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rather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than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root cause.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renewed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name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focuses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related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cryptography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has been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implicitly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before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This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often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leads to sensitive data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exposure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or system compromise.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5"/>
              </a:rPr>
              <a:t>A03:2021-Injection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slides down to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third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position. 94% of the applications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tested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for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some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form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of injection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max incidence rate of 19%, an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average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incidence rate of 3.37%, and the 33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mapped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into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have the second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most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occurrences in applications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274k occurrences. Cross-site Scripting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now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part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edition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6"/>
              </a:rPr>
              <a:t>A04:2021-Insecure Design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new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for 2021,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focus 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risks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related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design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flaws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If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genuinely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want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"move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left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" as an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industry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need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more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threat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modeling,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secure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design patterns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principles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reference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architectures. An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insecure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design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cannot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be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fixed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by 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perfect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implementation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as by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definition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needed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security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controls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never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created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defend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against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specific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attacks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7"/>
              </a:rPr>
              <a:t>A05:2021-Security Misconfiguration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moves up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#6 in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previous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edition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; 90% of applications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tested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for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some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form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misconfiguration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average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incidence rate of 4.5%, and over 208k occurrences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mapped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risk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more shifts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into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highly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configurable software,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it's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not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surprising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move up. The former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for 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A4:2017-XML </a:t>
            </a:r>
            <a:r>
              <a:rPr lang="fr-FR" b="1" i="0" u="none" strike="noStrike" dirty="0" err="1">
                <a:effectLst/>
                <a:latin typeface="Roboto" panose="02000000000000000000" pitchFamily="2" charset="0"/>
              </a:rPr>
              <a:t>External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1" i="0" u="none" strike="noStrike" dirty="0" err="1">
                <a:effectLst/>
                <a:latin typeface="Roboto" panose="02000000000000000000" pitchFamily="2" charset="0"/>
              </a:rPr>
              <a:t>Entities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 (XXE)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now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part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risk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8"/>
              </a:rPr>
              <a:t>A06:2021-Vulnerable and Outdated Components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was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previously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titled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Using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Components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Known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Vulnerabilities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#2 in the Top 10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community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survey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but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also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had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enough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data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make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Top 10 via data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analysis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This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moves up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#9 in 2017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known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issue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that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struggle to test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assess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risk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It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only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not to have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any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Common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Vulnerability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Exposures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(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CVEs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)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mapped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included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so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default exploit and impact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weights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of 5.0 are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factored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into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their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scores.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9"/>
              </a:rPr>
              <a:t>A07:2021-Identification and Authentication 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was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previously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Broken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Authentication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sliding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down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second position,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now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includes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that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are more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related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identification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This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still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integral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part of the Top 10, but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increased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availability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standardized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frameworks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seems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be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helping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10"/>
              </a:rPr>
              <a:t>A08:2021-Software and Data Integrity 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new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for 2021,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focusing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making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assumptions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related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software updates,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critical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data, and CI/CD pipelines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without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verifying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integrity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One of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highest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weighted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impacts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Common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Vulnerability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Exposures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/Common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Vulnerability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Scoring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System (CVE/CVSS) data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mapped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the 10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 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A8:2017-Insecure </a:t>
            </a:r>
            <a:r>
              <a:rPr lang="fr-FR" b="1" i="0" u="none" strike="noStrike" dirty="0" err="1">
                <a:effectLst/>
                <a:latin typeface="Roboto" panose="02000000000000000000" pitchFamily="2" charset="0"/>
              </a:rPr>
              <a:t>Deserialization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now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part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larger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11"/>
              </a:rPr>
              <a:t>A09:2021-Security Logging and Monitoring 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was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previously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A10:2017-Insufficient </a:t>
            </a:r>
            <a:r>
              <a:rPr lang="fr-FR" b="1" i="0" u="none" strike="noStrike" dirty="0" err="1">
                <a:effectLst/>
                <a:latin typeface="Roboto" panose="02000000000000000000" pitchFamily="2" charset="0"/>
              </a:rPr>
              <a:t>Logging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 &amp; Monitoring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added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Top 10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community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survey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(#3),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moving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up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#10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previously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This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expanded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include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more types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challenging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test for,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isn't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well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represented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 the CVE/CVSS data.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However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can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directly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impact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visibility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incident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alerting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forensics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12"/>
              </a:rPr>
              <a:t>A10:2021-Server-Side Request Forgery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added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Top 10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community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survey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(#1). The data shows 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relatively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low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incidence rate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above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average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testing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coverage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along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above-average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ratings for Exploit and Impact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potential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This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represents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scenario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where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security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community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members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are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telling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us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important,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even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though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it's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not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illustrated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 the data at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time.</a:t>
            </a:r>
          </a:p>
        </p:txBody>
      </p:sp>
    </p:spTree>
    <p:extLst>
      <p:ext uri="{BB962C8B-B14F-4D97-AF65-F5344CB8AC3E}">
        <p14:creationId xmlns:p14="http://schemas.microsoft.com/office/powerpoint/2010/main" val="1203206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B4910128-FA23-7D2B-B32F-91CE8AD63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A205F0B1-1E77-682B-888B-A4470513A8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0A8A7587-F2A8-BBC3-93AE-D52AF0AC2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2774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43D92311-F708-95EA-5B86-49A40D193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0634FDBA-2292-2875-83DF-C1A74BFC81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220D6A31-288B-8EB3-B3B5-15F78BA30E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3794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EA607E88-E4F9-03CA-5899-B4501EF5C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C8E96F93-99B5-D2BD-EA3B-20F9D31FB4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CC19C1AE-BEB1-DD50-29B5-865929988F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4463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8ACB957A-A8D5-7C53-D22E-E725702D0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FAA58225-7BD5-9336-4A20-50D1E20838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8FD7FFF3-C7D4-2220-FB58-97EAAF05DC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57466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4E5306D0-3DE0-5E40-058E-A76321910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EF411885-4CCA-061F-7E59-C88C54152D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465302E1-F8D7-9DC1-8702-1BA5068FA4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40105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D1764A00-5796-2B67-3487-CBD3FE9E7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B23B54BC-0381-3D92-0C9A-43AB49B392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ACC99777-4C5F-FE6E-1A93-B593CD492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v3</a:t>
            </a:r>
          </a:p>
        </p:txBody>
      </p:sp>
    </p:spTree>
    <p:extLst>
      <p:ext uri="{BB962C8B-B14F-4D97-AF65-F5344CB8AC3E}">
        <p14:creationId xmlns:p14="http://schemas.microsoft.com/office/powerpoint/2010/main" val="22842456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AC4675A7-06E3-A716-23BA-429004F7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FDE8D094-2ECB-C671-4E0B-11AC06CF2E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19B8B301-ED53-E191-053C-121A97F8AA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v3</a:t>
            </a:r>
          </a:p>
        </p:txBody>
      </p:sp>
    </p:spTree>
    <p:extLst>
      <p:ext uri="{BB962C8B-B14F-4D97-AF65-F5344CB8AC3E}">
        <p14:creationId xmlns:p14="http://schemas.microsoft.com/office/powerpoint/2010/main" val="32634420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012922D5-1938-C773-5539-440FD589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69BA409C-5DF2-9444-7A3F-F2599091D3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0B279184-25D5-80ED-95A1-EAD3A56C95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v3</a:t>
            </a:r>
          </a:p>
        </p:txBody>
      </p:sp>
    </p:spTree>
    <p:extLst>
      <p:ext uri="{BB962C8B-B14F-4D97-AF65-F5344CB8AC3E}">
        <p14:creationId xmlns:p14="http://schemas.microsoft.com/office/powerpoint/2010/main" val="8282444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>
          <a:extLst>
            <a:ext uri="{FF2B5EF4-FFF2-40B4-BE49-F238E27FC236}">
              <a16:creationId xmlns:a16="http://schemas.microsoft.com/office/drawing/2014/main" id="{F0765DAA-8C2F-07C5-38ED-E3B54616F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a073618e60_0_80:notes">
            <a:extLst>
              <a:ext uri="{FF2B5EF4-FFF2-40B4-BE49-F238E27FC236}">
                <a16:creationId xmlns:a16="http://schemas.microsoft.com/office/drawing/2014/main" id="{4F257842-F132-8826-5768-DF61E57215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a073618e60_0_80:notes">
            <a:extLst>
              <a:ext uri="{FF2B5EF4-FFF2-40B4-BE49-F238E27FC236}">
                <a16:creationId xmlns:a16="http://schemas.microsoft.com/office/drawing/2014/main" id="{4CC38CA8-9A4E-3A4D-1C59-2E8B413D83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https://</a:t>
            </a:r>
            <a:r>
              <a:rPr lang="fr-FR" dirty="0" err="1"/>
              <a:t>www.first.org</a:t>
            </a:r>
            <a:r>
              <a:rPr lang="fr-FR" dirty="0"/>
              <a:t>/</a:t>
            </a:r>
            <a:r>
              <a:rPr lang="fr-FR" dirty="0" err="1"/>
              <a:t>cvss</a:t>
            </a:r>
            <a:r>
              <a:rPr lang="fr-FR" dirty="0"/>
              <a:t>/</a:t>
            </a:r>
            <a:r>
              <a:rPr lang="fr-FR" dirty="0" err="1"/>
              <a:t>calculator</a:t>
            </a:r>
            <a:r>
              <a:rPr lang="fr-FR" dirty="0"/>
              <a:t>/3-1</a:t>
            </a:r>
          </a:p>
        </p:txBody>
      </p:sp>
    </p:spTree>
    <p:extLst>
      <p:ext uri="{BB962C8B-B14F-4D97-AF65-F5344CB8AC3E}">
        <p14:creationId xmlns:p14="http://schemas.microsoft.com/office/powerpoint/2010/main" val="19244300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D867B991-7FAB-32E8-0940-92FC802ED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A326BEB0-1CB7-DC96-03DF-5E4BC6AB9D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4CE69A0F-BB1B-634A-764F-38DEECB8B8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v3</a:t>
            </a:r>
          </a:p>
        </p:txBody>
      </p:sp>
    </p:spTree>
    <p:extLst>
      <p:ext uri="{BB962C8B-B14F-4D97-AF65-F5344CB8AC3E}">
        <p14:creationId xmlns:p14="http://schemas.microsoft.com/office/powerpoint/2010/main" val="4882564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EFEA0557-DFDE-B9E0-7646-DB3E57741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77602360-1AAF-00AC-8400-B3ED0BCB16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68424AB6-52FA-88E6-3A0D-479040B5F2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4894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6C08CA00-7CEB-42D4-8B4E-8ABC21BA1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AE338CD5-8486-8CEA-139A-89CCF09AB3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9BE44F89-D5C9-9FB2-EAD2-7D9BB981F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013864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2CB7A01E-AA6D-FCAB-75BB-AAAD55310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9CB76E77-ECC8-F8EC-B8C5-8DF89BC9E6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FA72E8AE-5586-C89A-FA0D-413EF5B322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96738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9252A5FE-2AF5-A269-D115-C691D88BC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F67ADA82-4D8C-E679-9979-1C45427F8D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D4D07433-3DB8-499E-75D3-9CE0C62807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49818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02A9C9FD-0950-7917-95ED-401787197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01BF8B99-E492-545B-53BE-D506A2DE4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BD72C03F-B8D8-A9CC-B152-DF9E12BD84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38307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1FAF724A-E5A1-3AEB-5719-79253BBBB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49F9EFA4-CE56-82F7-FF6B-88F5A3A230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13523BC3-F33A-DB11-8B62-A1572FBA3A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01205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7EB6CBB8-13A1-4CB2-3841-4D0DC51B6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A66CD8E0-3ACD-B79A-F817-158B0B8181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184E3601-7493-59E4-2A46-67E9D7F6F0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82263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3EEAA2B8-F07D-5407-0125-F0D3D280B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AD00B90F-2967-F7C5-9D4C-286D08EA70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1F17F4DA-3850-D90B-0063-8FC49E53D2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782274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FB6CFADD-AB22-B1F1-A89D-367EBC73D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87DEEC1A-7AAE-E193-FE2E-4B167A0450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43112D66-0103-7B2E-026D-80C4549941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24892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E62352C0-5203-4A5F-6C35-220134CE3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0FB50F17-E615-22F3-341C-4DA9B6D30F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39F6F431-FECD-3448-6ACB-EB328B9449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7593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5F19C6CB-C1AF-D450-CAEB-EF3957386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A874C946-265B-888E-9C8F-B4AB304A6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63062FE2-3DD0-D4B1-EC53-AD4B54B94D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11325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37C78328-1D10-B8DF-1DCE-DDD7EBBB7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257BD92A-45FF-3BF0-C9B5-724C8E1334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FBE32DEF-C997-3BE0-7301-0031CBEB10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02703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1D706DE9-220A-0C63-AB97-534A27C6C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826D6177-4525-3636-B017-A2F13DE767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60478DD8-D0FF-2CBD-27CB-D90FD44EC6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1994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4 Section Title">
  <p:cSld name="CUSTOM_3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"/>
          <p:cNvSpPr/>
          <p:nvPr/>
        </p:nvSpPr>
        <p:spPr>
          <a:xfrm>
            <a:off x="1119150" y="1089750"/>
            <a:ext cx="9953700" cy="4678500"/>
          </a:xfrm>
          <a:prstGeom prst="roundRect">
            <a:avLst>
              <a:gd name="adj" fmla="val 3539"/>
            </a:avLst>
          </a:prstGeom>
          <a:solidFill>
            <a:schemeClr val="lt2"/>
          </a:solidFill>
          <a:ln>
            <a:noFill/>
          </a:ln>
          <a:effectLst>
            <a:outerShdw blurRad="63500" sx="102000" sy="102000" algn="ctr" rotWithShape="0">
              <a:srgbClr val="000000">
                <a:alpha val="98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3" name="Google Shape;133;p6"/>
          <p:cNvGrpSpPr/>
          <p:nvPr/>
        </p:nvGrpSpPr>
        <p:grpSpPr>
          <a:xfrm>
            <a:off x="1272396" y="1199859"/>
            <a:ext cx="635280" cy="147600"/>
            <a:chOff x="2147366" y="4139382"/>
            <a:chExt cx="635280" cy="147600"/>
          </a:xfrm>
        </p:grpSpPr>
        <p:sp>
          <p:nvSpPr>
            <p:cNvPr id="134" name="Google Shape;134;p6"/>
            <p:cNvSpPr/>
            <p:nvPr/>
          </p:nvSpPr>
          <p:spPr>
            <a:xfrm>
              <a:off x="2147366" y="4139382"/>
              <a:ext cx="147600" cy="147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" name="Google Shape;135;p6"/>
            <p:cNvSpPr/>
            <p:nvPr/>
          </p:nvSpPr>
          <p:spPr>
            <a:xfrm>
              <a:off x="2391206" y="4139382"/>
              <a:ext cx="147600" cy="147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6"/>
            <p:cNvSpPr/>
            <p:nvPr/>
          </p:nvSpPr>
          <p:spPr>
            <a:xfrm>
              <a:off x="2635046" y="4139382"/>
              <a:ext cx="147600" cy="1476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7" name="Google Shape;137;p6"/>
          <p:cNvSpPr txBox="1">
            <a:spLocks noGrp="1"/>
          </p:cNvSpPr>
          <p:nvPr>
            <p:ph type="title"/>
          </p:nvPr>
        </p:nvSpPr>
        <p:spPr>
          <a:xfrm>
            <a:off x="3811700" y="2041663"/>
            <a:ext cx="6345900" cy="1575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ldrich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9pPr>
          </a:lstStyle>
          <a:p>
            <a:endParaRPr/>
          </a:p>
        </p:txBody>
      </p:sp>
      <p:sp>
        <p:nvSpPr>
          <p:cNvPr id="138" name="Google Shape;138;p6"/>
          <p:cNvSpPr txBox="1">
            <a:spLocks noGrp="1"/>
          </p:cNvSpPr>
          <p:nvPr>
            <p:ph type="body" idx="1"/>
          </p:nvPr>
        </p:nvSpPr>
        <p:spPr>
          <a:xfrm>
            <a:off x="2034300" y="4052838"/>
            <a:ext cx="81234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21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21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21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21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21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21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21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2100"/>
              </a:spcBef>
              <a:spcAft>
                <a:spcPts val="210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5 One column">
  <p:cSld name="CUSTOM_5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"/>
          <p:cNvSpPr/>
          <p:nvPr/>
        </p:nvSpPr>
        <p:spPr>
          <a:xfrm>
            <a:off x="790075" y="890150"/>
            <a:ext cx="9953700" cy="4678500"/>
          </a:xfrm>
          <a:prstGeom prst="roundRect">
            <a:avLst>
              <a:gd name="adj" fmla="val 3539"/>
            </a:avLst>
          </a:prstGeom>
          <a:solidFill>
            <a:schemeClr val="lt2"/>
          </a:solidFill>
          <a:ln>
            <a:noFill/>
          </a:ln>
          <a:effectLst>
            <a:outerShdw blurRad="63500" sx="102000" sy="102000" algn="ctr" rotWithShape="0">
              <a:srgbClr val="000000">
                <a:alpha val="98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5" name="Google Shape;155;p8"/>
          <p:cNvGrpSpPr/>
          <p:nvPr/>
        </p:nvGrpSpPr>
        <p:grpSpPr>
          <a:xfrm>
            <a:off x="943321" y="1000259"/>
            <a:ext cx="635280" cy="147600"/>
            <a:chOff x="2147366" y="4139382"/>
            <a:chExt cx="635280" cy="147600"/>
          </a:xfrm>
        </p:grpSpPr>
        <p:sp>
          <p:nvSpPr>
            <p:cNvPr id="156" name="Google Shape;156;p8"/>
            <p:cNvSpPr/>
            <p:nvPr/>
          </p:nvSpPr>
          <p:spPr>
            <a:xfrm>
              <a:off x="2147366" y="4139382"/>
              <a:ext cx="147600" cy="147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8"/>
            <p:cNvSpPr/>
            <p:nvPr/>
          </p:nvSpPr>
          <p:spPr>
            <a:xfrm>
              <a:off x="2391206" y="4139382"/>
              <a:ext cx="147600" cy="147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8" name="Google Shape;158;p8"/>
            <p:cNvSpPr/>
            <p:nvPr/>
          </p:nvSpPr>
          <p:spPr>
            <a:xfrm>
              <a:off x="2635046" y="4139382"/>
              <a:ext cx="147600" cy="1476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9" name="Google Shape;159;p8"/>
          <p:cNvSpPr txBox="1">
            <a:spLocks noGrp="1"/>
          </p:cNvSpPr>
          <p:nvPr>
            <p:ph type="subTitle" idx="1"/>
          </p:nvPr>
        </p:nvSpPr>
        <p:spPr>
          <a:xfrm>
            <a:off x="920475" y="1895300"/>
            <a:ext cx="7794000" cy="717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1pPr>
            <a:lvl2pPr lvl="1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rtl="0">
              <a:spcBef>
                <a:spcPts val="2100"/>
              </a:spcBef>
              <a:spcAft>
                <a:spcPts val="210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title"/>
          </p:nvPr>
        </p:nvSpPr>
        <p:spPr>
          <a:xfrm>
            <a:off x="920475" y="845500"/>
            <a:ext cx="77940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ldrich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9pPr>
          </a:lstStyle>
          <a:p>
            <a:endParaRPr/>
          </a:p>
        </p:txBody>
      </p:sp>
      <p:sp>
        <p:nvSpPr>
          <p:cNvPr id="161" name="Google Shape;161;p8"/>
          <p:cNvSpPr txBox="1">
            <a:spLocks noGrp="1"/>
          </p:cNvSpPr>
          <p:nvPr>
            <p:ph type="body" idx="2"/>
          </p:nvPr>
        </p:nvSpPr>
        <p:spPr>
          <a:xfrm>
            <a:off x="920475" y="2555475"/>
            <a:ext cx="7794000" cy="3436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21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21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21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21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21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21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21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2100"/>
              </a:spcBef>
              <a:spcAft>
                <a:spcPts val="210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7 Quote">
  <p:cSld name="CUSTOM_6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/>
          <p:nvPr/>
        </p:nvSpPr>
        <p:spPr>
          <a:xfrm>
            <a:off x="666000" y="604225"/>
            <a:ext cx="10932600" cy="5351400"/>
          </a:xfrm>
          <a:prstGeom prst="roundRect">
            <a:avLst>
              <a:gd name="adj" fmla="val 3539"/>
            </a:avLst>
          </a:prstGeom>
          <a:solidFill>
            <a:schemeClr val="lt2"/>
          </a:solidFill>
          <a:ln>
            <a:noFill/>
          </a:ln>
          <a:effectLst>
            <a:outerShdw blurRad="63500" sx="102000" sy="102000" algn="ctr" rotWithShape="0">
              <a:srgbClr val="000000">
                <a:alpha val="98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4" name="Google Shape;164;p9"/>
          <p:cNvGrpSpPr/>
          <p:nvPr/>
        </p:nvGrpSpPr>
        <p:grpSpPr>
          <a:xfrm>
            <a:off x="819246" y="714334"/>
            <a:ext cx="635280" cy="147600"/>
            <a:chOff x="2147366" y="4139382"/>
            <a:chExt cx="635280" cy="147600"/>
          </a:xfrm>
        </p:grpSpPr>
        <p:sp>
          <p:nvSpPr>
            <p:cNvPr id="165" name="Google Shape;165;p9"/>
            <p:cNvSpPr/>
            <p:nvPr/>
          </p:nvSpPr>
          <p:spPr>
            <a:xfrm>
              <a:off x="2147366" y="4139382"/>
              <a:ext cx="147600" cy="147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9"/>
            <p:cNvSpPr/>
            <p:nvPr/>
          </p:nvSpPr>
          <p:spPr>
            <a:xfrm>
              <a:off x="2391206" y="4139382"/>
              <a:ext cx="147600" cy="147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9"/>
            <p:cNvSpPr/>
            <p:nvPr/>
          </p:nvSpPr>
          <p:spPr>
            <a:xfrm>
              <a:off x="2635046" y="4139382"/>
              <a:ext cx="147600" cy="1476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8" name="Google Shape;168;p9"/>
          <p:cNvGrpSpPr/>
          <p:nvPr/>
        </p:nvGrpSpPr>
        <p:grpSpPr>
          <a:xfrm>
            <a:off x="8189023" y="5500363"/>
            <a:ext cx="3707096" cy="1137015"/>
            <a:chOff x="2176863" y="4518413"/>
            <a:chExt cx="5362500" cy="1301975"/>
          </a:xfrm>
        </p:grpSpPr>
        <p:sp>
          <p:nvSpPr>
            <p:cNvPr id="169" name="Google Shape;169;p9"/>
            <p:cNvSpPr/>
            <p:nvPr/>
          </p:nvSpPr>
          <p:spPr>
            <a:xfrm>
              <a:off x="2176863" y="4518413"/>
              <a:ext cx="5362500" cy="1292100"/>
            </a:xfrm>
            <a:prstGeom prst="roundRect">
              <a:avLst>
                <a:gd name="adj" fmla="val 9303"/>
              </a:avLst>
            </a:prstGeom>
            <a:solidFill>
              <a:schemeClr val="lt2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98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9"/>
            <p:cNvSpPr/>
            <p:nvPr/>
          </p:nvSpPr>
          <p:spPr>
            <a:xfrm>
              <a:off x="2176863" y="4528288"/>
              <a:ext cx="5362500" cy="1292100"/>
            </a:xfrm>
            <a:prstGeom prst="roundRect">
              <a:avLst>
                <a:gd name="adj" fmla="val 9303"/>
              </a:avLst>
            </a:prstGeom>
            <a:solidFill>
              <a:srgbClr val="000000">
                <a:alpha val="131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1" name="Google Shape;171;p9"/>
          <p:cNvGrpSpPr/>
          <p:nvPr/>
        </p:nvGrpSpPr>
        <p:grpSpPr>
          <a:xfrm>
            <a:off x="8324759" y="5610447"/>
            <a:ext cx="635280" cy="147600"/>
            <a:chOff x="2147366" y="4139382"/>
            <a:chExt cx="635280" cy="147600"/>
          </a:xfrm>
        </p:grpSpPr>
        <p:sp>
          <p:nvSpPr>
            <p:cNvPr id="172" name="Google Shape;172;p9"/>
            <p:cNvSpPr/>
            <p:nvPr/>
          </p:nvSpPr>
          <p:spPr>
            <a:xfrm>
              <a:off x="2147366" y="4139382"/>
              <a:ext cx="147600" cy="147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9"/>
            <p:cNvSpPr/>
            <p:nvPr/>
          </p:nvSpPr>
          <p:spPr>
            <a:xfrm>
              <a:off x="2391206" y="4139382"/>
              <a:ext cx="147600" cy="147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9"/>
            <p:cNvSpPr/>
            <p:nvPr/>
          </p:nvSpPr>
          <p:spPr>
            <a:xfrm>
              <a:off x="2635046" y="4139382"/>
              <a:ext cx="147600" cy="1476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5" name="Google Shape;175;p9"/>
          <p:cNvSpPr txBox="1">
            <a:spLocks noGrp="1"/>
          </p:cNvSpPr>
          <p:nvPr>
            <p:ph type="title"/>
          </p:nvPr>
        </p:nvSpPr>
        <p:spPr>
          <a:xfrm>
            <a:off x="819250" y="1873525"/>
            <a:ext cx="10606800" cy="316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76" name="Google Shape;176;p9"/>
          <p:cNvSpPr txBox="1">
            <a:spLocks noGrp="1"/>
          </p:cNvSpPr>
          <p:nvPr>
            <p:ph type="subTitle" idx="1"/>
          </p:nvPr>
        </p:nvSpPr>
        <p:spPr>
          <a:xfrm>
            <a:off x="8070450" y="5758050"/>
            <a:ext cx="3754500" cy="717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8 Three columns">
  <p:cSld name="CUSTOM_8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1"/>
          <p:cNvSpPr/>
          <p:nvPr/>
        </p:nvSpPr>
        <p:spPr>
          <a:xfrm>
            <a:off x="666000" y="1518625"/>
            <a:ext cx="10932600" cy="4620600"/>
          </a:xfrm>
          <a:prstGeom prst="roundRect">
            <a:avLst>
              <a:gd name="adj" fmla="val 3539"/>
            </a:avLst>
          </a:prstGeom>
          <a:solidFill>
            <a:schemeClr val="lt2"/>
          </a:solidFill>
          <a:ln>
            <a:noFill/>
          </a:ln>
          <a:effectLst>
            <a:outerShdw blurRad="63500" sx="102000" sy="102000" algn="ctr" rotWithShape="0">
              <a:srgbClr val="000000">
                <a:alpha val="98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6" name="Google Shape;186;p11"/>
          <p:cNvGrpSpPr/>
          <p:nvPr/>
        </p:nvGrpSpPr>
        <p:grpSpPr>
          <a:xfrm>
            <a:off x="819246" y="1628734"/>
            <a:ext cx="635280" cy="147600"/>
            <a:chOff x="2147366" y="4139382"/>
            <a:chExt cx="635280" cy="147600"/>
          </a:xfrm>
        </p:grpSpPr>
        <p:sp>
          <p:nvSpPr>
            <p:cNvPr id="187" name="Google Shape;187;p11"/>
            <p:cNvSpPr/>
            <p:nvPr/>
          </p:nvSpPr>
          <p:spPr>
            <a:xfrm>
              <a:off x="2147366" y="4139382"/>
              <a:ext cx="147600" cy="147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11"/>
            <p:cNvSpPr/>
            <p:nvPr/>
          </p:nvSpPr>
          <p:spPr>
            <a:xfrm>
              <a:off x="2391206" y="4139382"/>
              <a:ext cx="147600" cy="147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11"/>
            <p:cNvSpPr/>
            <p:nvPr/>
          </p:nvSpPr>
          <p:spPr>
            <a:xfrm>
              <a:off x="2635046" y="4139382"/>
              <a:ext cx="147600" cy="1476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0" name="Google Shape;190;p11"/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9755100" cy="60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2pPr>
            <a:lvl3pPr lvl="2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3pPr>
            <a:lvl4pPr lvl="3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4pPr>
            <a:lvl5pPr lvl="4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5pPr>
            <a:lvl6pPr lvl="5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6pPr>
            <a:lvl7pPr lvl="6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7pPr>
            <a:lvl8pPr lvl="7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8pPr>
            <a:lvl9pPr lvl="8" rtl="0">
              <a:spcBef>
                <a:spcPts val="2100"/>
              </a:spcBef>
              <a:spcAft>
                <a:spcPts val="2100"/>
              </a:spcAft>
              <a:buSzPts val="1800"/>
              <a:buNone/>
              <a:defRPr sz="1800" b="1"/>
            </a:lvl9pPr>
          </a:lstStyle>
          <a:p>
            <a:endParaRPr/>
          </a:p>
        </p:txBody>
      </p:sp>
      <p:sp>
        <p:nvSpPr>
          <p:cNvPr id="191" name="Google Shape;191;p11"/>
          <p:cNvSpPr txBox="1">
            <a:spLocks noGrp="1"/>
          </p:cNvSpPr>
          <p:nvPr>
            <p:ph type="subTitle" idx="2"/>
          </p:nvPr>
        </p:nvSpPr>
        <p:spPr>
          <a:xfrm>
            <a:off x="1217558" y="3100360"/>
            <a:ext cx="9755100" cy="60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2pPr>
            <a:lvl3pPr lvl="2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3pPr>
            <a:lvl4pPr lvl="3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4pPr>
            <a:lvl5pPr lvl="4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5pPr>
            <a:lvl6pPr lvl="5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6pPr>
            <a:lvl7pPr lvl="6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7pPr>
            <a:lvl8pPr lvl="7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8pPr>
            <a:lvl9pPr lvl="8" rtl="0">
              <a:spcBef>
                <a:spcPts val="2100"/>
              </a:spcBef>
              <a:spcAft>
                <a:spcPts val="2100"/>
              </a:spcAft>
              <a:buSzPts val="1800"/>
              <a:buNone/>
              <a:defRPr sz="1800" b="1"/>
            </a:lvl9pPr>
          </a:lstStyle>
          <a:p>
            <a:endParaRPr/>
          </a:p>
        </p:txBody>
      </p:sp>
      <p:sp>
        <p:nvSpPr>
          <p:cNvPr id="192" name="Google Shape;192;p11"/>
          <p:cNvSpPr txBox="1">
            <a:spLocks noGrp="1"/>
          </p:cNvSpPr>
          <p:nvPr>
            <p:ph type="subTitle" idx="3"/>
          </p:nvPr>
        </p:nvSpPr>
        <p:spPr>
          <a:xfrm>
            <a:off x="1217558" y="4400450"/>
            <a:ext cx="9755100" cy="60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2pPr>
            <a:lvl3pPr lvl="2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3pPr>
            <a:lvl4pPr lvl="3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4pPr>
            <a:lvl5pPr lvl="4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5pPr>
            <a:lvl6pPr lvl="5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6pPr>
            <a:lvl7pPr lvl="6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7pPr>
            <a:lvl8pPr lvl="7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8pPr>
            <a:lvl9pPr lvl="8" rtl="0">
              <a:spcBef>
                <a:spcPts val="2100"/>
              </a:spcBef>
              <a:spcAft>
                <a:spcPts val="2100"/>
              </a:spcAft>
              <a:buSzPts val="1800"/>
              <a:buNone/>
              <a:defRPr sz="1800" b="1"/>
            </a:lvl9pPr>
          </a:lstStyle>
          <a:p>
            <a:endParaRPr/>
          </a:p>
        </p:txBody>
      </p:sp>
      <p:sp>
        <p:nvSpPr>
          <p:cNvPr id="193" name="Google Shape;193;p11"/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ldrich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9pPr>
          </a:lstStyle>
          <a:p>
            <a:endParaRPr/>
          </a:p>
        </p:txBody>
      </p:sp>
      <p:sp>
        <p:nvSpPr>
          <p:cNvPr id="194" name="Google Shape;194;p11"/>
          <p:cNvSpPr txBox="1">
            <a:spLocks noGrp="1"/>
          </p:cNvSpPr>
          <p:nvPr>
            <p:ph type="body" idx="4"/>
          </p:nvPr>
        </p:nvSpPr>
        <p:spPr>
          <a:xfrm>
            <a:off x="1217550" y="2238218"/>
            <a:ext cx="9755100" cy="92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21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21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21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21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2100"/>
              </a:spcBef>
              <a:spcAft>
                <a:spcPts val="21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195" name="Google Shape;195;p11"/>
          <p:cNvSpPr txBox="1">
            <a:spLocks noGrp="1"/>
          </p:cNvSpPr>
          <p:nvPr>
            <p:ph type="body" idx="5"/>
          </p:nvPr>
        </p:nvSpPr>
        <p:spPr>
          <a:xfrm>
            <a:off x="1217550" y="3526878"/>
            <a:ext cx="9755100" cy="923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21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21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21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21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2100"/>
              </a:spcBef>
              <a:spcAft>
                <a:spcPts val="21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196" name="Google Shape;196;p11"/>
          <p:cNvSpPr txBox="1">
            <a:spLocks noGrp="1"/>
          </p:cNvSpPr>
          <p:nvPr>
            <p:ph type="body" idx="6"/>
          </p:nvPr>
        </p:nvSpPr>
        <p:spPr>
          <a:xfrm>
            <a:off x="1217550" y="4813738"/>
            <a:ext cx="9756900" cy="923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21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21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21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21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2100"/>
              </a:spcBef>
              <a:spcAft>
                <a:spcPts val="21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●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lvl="1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○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lvl="2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■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lvl="3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●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lvl="4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○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lvl="5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■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lvl="6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●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lvl="7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○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lvl="8" indent="-34290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Char char="■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grpSp>
        <p:nvGrpSpPr>
          <p:cNvPr id="10" name="Google Shape;10;p1"/>
          <p:cNvGrpSpPr/>
          <p:nvPr/>
        </p:nvGrpSpPr>
        <p:grpSpPr>
          <a:xfrm>
            <a:off x="-54500" y="2918637"/>
            <a:ext cx="12245912" cy="3938882"/>
            <a:chOff x="4435" y="7748593"/>
            <a:chExt cx="12182563" cy="5161009"/>
          </a:xfrm>
        </p:grpSpPr>
        <p:sp>
          <p:nvSpPr>
            <p:cNvPr id="11" name="Google Shape;11;p1"/>
            <p:cNvSpPr/>
            <p:nvPr/>
          </p:nvSpPr>
          <p:spPr>
            <a:xfrm>
              <a:off x="4435" y="7748593"/>
              <a:ext cx="12182563" cy="5161009"/>
            </a:xfrm>
            <a:custGeom>
              <a:avLst/>
              <a:gdLst/>
              <a:ahLst/>
              <a:cxnLst/>
              <a:rect l="l" t="t" r="r" b="b"/>
              <a:pathLst>
                <a:path w="12182563" h="5161009" extrusionOk="0">
                  <a:moveTo>
                    <a:pt x="0" y="3708557"/>
                  </a:moveTo>
                  <a:cubicBezTo>
                    <a:pt x="108331" y="4020435"/>
                    <a:pt x="379915" y="4274183"/>
                    <a:pt x="700002" y="4355149"/>
                  </a:cubicBezTo>
                  <a:cubicBezTo>
                    <a:pt x="1020089" y="4436114"/>
                    <a:pt x="1378300" y="4345996"/>
                    <a:pt x="1621951" y="4123199"/>
                  </a:cubicBezTo>
                  <a:cubicBezTo>
                    <a:pt x="1819080" y="3942961"/>
                    <a:pt x="1935810" y="3692704"/>
                    <a:pt x="2103781" y="3485006"/>
                  </a:cubicBezTo>
                  <a:cubicBezTo>
                    <a:pt x="2271657" y="3277308"/>
                    <a:pt x="2534558" y="3103109"/>
                    <a:pt x="2792836" y="3171147"/>
                  </a:cubicBezTo>
                  <a:cubicBezTo>
                    <a:pt x="3089521" y="3249376"/>
                    <a:pt x="3217763" y="3587581"/>
                    <a:pt x="3331474" y="3872564"/>
                  </a:cubicBezTo>
                  <a:cubicBezTo>
                    <a:pt x="3445278" y="4157548"/>
                    <a:pt x="3667697" y="4476597"/>
                    <a:pt x="3971459" y="4433567"/>
                  </a:cubicBezTo>
                  <a:cubicBezTo>
                    <a:pt x="4202183" y="4400916"/>
                    <a:pt x="4347128" y="4168966"/>
                    <a:pt x="4428093" y="3950416"/>
                  </a:cubicBezTo>
                  <a:cubicBezTo>
                    <a:pt x="4509058" y="3731866"/>
                    <a:pt x="4568414" y="3488214"/>
                    <a:pt x="4746859" y="3338268"/>
                  </a:cubicBezTo>
                  <a:cubicBezTo>
                    <a:pt x="4974657" y="3146706"/>
                    <a:pt x="5331075" y="3182471"/>
                    <a:pt x="5579350" y="3346572"/>
                  </a:cubicBezTo>
                  <a:cubicBezTo>
                    <a:pt x="5827626" y="3510673"/>
                    <a:pt x="5989556" y="3774991"/>
                    <a:pt x="6129595" y="4037609"/>
                  </a:cubicBezTo>
                  <a:cubicBezTo>
                    <a:pt x="6269632" y="4300228"/>
                    <a:pt x="6399762" y="4575115"/>
                    <a:pt x="6609065" y="4786681"/>
                  </a:cubicBezTo>
                  <a:cubicBezTo>
                    <a:pt x="7046637" y="5228972"/>
                    <a:pt x="7816091" y="5287950"/>
                    <a:pt x="8315944" y="4917472"/>
                  </a:cubicBezTo>
                  <a:cubicBezTo>
                    <a:pt x="8830424" y="4536236"/>
                    <a:pt x="8990279" y="3854069"/>
                    <a:pt x="9219964" y="3256265"/>
                  </a:cubicBezTo>
                  <a:cubicBezTo>
                    <a:pt x="9764641" y="1838614"/>
                    <a:pt x="10785391" y="595257"/>
                    <a:pt x="12182563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12;p1"/>
            <p:cNvSpPr/>
            <p:nvPr/>
          </p:nvSpPr>
          <p:spPr>
            <a:xfrm>
              <a:off x="7454" y="7872778"/>
              <a:ext cx="12179449" cy="4973808"/>
            </a:xfrm>
            <a:custGeom>
              <a:avLst/>
              <a:gdLst/>
              <a:ahLst/>
              <a:cxnLst/>
              <a:rect l="l" t="t" r="r" b="b"/>
              <a:pathLst>
                <a:path w="12179449" h="4973808" extrusionOk="0">
                  <a:moveTo>
                    <a:pt x="0" y="3466888"/>
                  </a:moveTo>
                  <a:cubicBezTo>
                    <a:pt x="107105" y="3772349"/>
                    <a:pt x="373404" y="4024681"/>
                    <a:pt x="687640" y="4109327"/>
                  </a:cubicBezTo>
                  <a:cubicBezTo>
                    <a:pt x="1000556" y="4193595"/>
                    <a:pt x="1351028" y="4111498"/>
                    <a:pt x="1590622" y="3901157"/>
                  </a:cubicBezTo>
                  <a:cubicBezTo>
                    <a:pt x="1784637" y="3731300"/>
                    <a:pt x="1900235" y="3492838"/>
                    <a:pt x="2066695" y="3295992"/>
                  </a:cubicBezTo>
                  <a:cubicBezTo>
                    <a:pt x="2232967" y="3099335"/>
                    <a:pt x="2492377" y="2934951"/>
                    <a:pt x="2746031" y="3001667"/>
                  </a:cubicBezTo>
                  <a:cubicBezTo>
                    <a:pt x="2919003" y="3046962"/>
                    <a:pt x="3040262" y="3165579"/>
                    <a:pt x="3135194" y="3309015"/>
                  </a:cubicBezTo>
                  <a:cubicBezTo>
                    <a:pt x="3208799" y="3419422"/>
                    <a:pt x="3267400" y="3544456"/>
                    <a:pt x="3323924" y="3662130"/>
                  </a:cubicBezTo>
                  <a:cubicBezTo>
                    <a:pt x="3336758" y="3688741"/>
                    <a:pt x="3350535" y="3715729"/>
                    <a:pt x="3365445" y="3742907"/>
                  </a:cubicBezTo>
                  <a:cubicBezTo>
                    <a:pt x="3446033" y="3889928"/>
                    <a:pt x="3557667" y="4042045"/>
                    <a:pt x="3684683" y="4140468"/>
                  </a:cubicBezTo>
                  <a:cubicBezTo>
                    <a:pt x="3772348" y="4207845"/>
                    <a:pt x="3867846" y="4247384"/>
                    <a:pt x="3975989" y="4239080"/>
                  </a:cubicBezTo>
                  <a:cubicBezTo>
                    <a:pt x="4019114" y="4235871"/>
                    <a:pt x="4059502" y="4225397"/>
                    <a:pt x="4097720" y="4209071"/>
                  </a:cubicBezTo>
                  <a:cubicBezTo>
                    <a:pt x="4256914" y="4141317"/>
                    <a:pt x="4379401" y="3965892"/>
                    <a:pt x="4451496" y="3789523"/>
                  </a:cubicBezTo>
                  <a:cubicBezTo>
                    <a:pt x="4538217" y="3577484"/>
                    <a:pt x="4596724" y="3337513"/>
                    <a:pt x="4773753" y="3189454"/>
                  </a:cubicBezTo>
                  <a:cubicBezTo>
                    <a:pt x="5000324" y="3000063"/>
                    <a:pt x="5351080" y="3030259"/>
                    <a:pt x="5597940" y="3186057"/>
                  </a:cubicBezTo>
                  <a:cubicBezTo>
                    <a:pt x="5844139" y="3342231"/>
                    <a:pt x="6008051" y="3596735"/>
                    <a:pt x="6149977" y="3851898"/>
                  </a:cubicBezTo>
                  <a:cubicBezTo>
                    <a:pt x="6273313" y="4073091"/>
                    <a:pt x="6388721" y="4305041"/>
                    <a:pt x="6550841" y="4500660"/>
                  </a:cubicBezTo>
                  <a:cubicBezTo>
                    <a:pt x="6575848" y="4530763"/>
                    <a:pt x="6601893" y="4560016"/>
                    <a:pt x="6629259" y="4588231"/>
                  </a:cubicBezTo>
                  <a:cubicBezTo>
                    <a:pt x="6875930" y="4842074"/>
                    <a:pt x="7224610" y="4974185"/>
                    <a:pt x="7572535" y="4973808"/>
                  </a:cubicBezTo>
                  <a:cubicBezTo>
                    <a:pt x="7828831" y="4973619"/>
                    <a:pt x="8084749" y="4900958"/>
                    <a:pt x="8294712" y="4752427"/>
                  </a:cubicBezTo>
                  <a:cubicBezTo>
                    <a:pt x="8487784" y="4615597"/>
                    <a:pt x="8632351" y="4436020"/>
                    <a:pt x="8750025" y="4233890"/>
                  </a:cubicBezTo>
                  <a:cubicBezTo>
                    <a:pt x="8943002" y="3902950"/>
                    <a:pt x="9064073" y="3511900"/>
                    <a:pt x="9211094" y="3151897"/>
                  </a:cubicBezTo>
                  <a:cubicBezTo>
                    <a:pt x="9247708" y="3062155"/>
                    <a:pt x="9286303" y="2973169"/>
                    <a:pt x="9326785" y="2884937"/>
                  </a:cubicBezTo>
                  <a:cubicBezTo>
                    <a:pt x="9906755" y="1621951"/>
                    <a:pt x="10884096" y="535523"/>
                    <a:pt x="12179449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10568" y="7997057"/>
              <a:ext cx="12176240" cy="4787302"/>
            </a:xfrm>
            <a:custGeom>
              <a:avLst/>
              <a:gdLst/>
              <a:ahLst/>
              <a:cxnLst/>
              <a:rect l="l" t="t" r="r" b="b"/>
              <a:pathLst>
                <a:path w="12176240" h="4787302" extrusionOk="0">
                  <a:moveTo>
                    <a:pt x="0" y="3225124"/>
                  </a:moveTo>
                  <a:cubicBezTo>
                    <a:pt x="105878" y="3524073"/>
                    <a:pt x="366798" y="3775085"/>
                    <a:pt x="675373" y="3863411"/>
                  </a:cubicBezTo>
                  <a:cubicBezTo>
                    <a:pt x="981022" y="3950982"/>
                    <a:pt x="1323851" y="3876811"/>
                    <a:pt x="1559387" y="3679116"/>
                  </a:cubicBezTo>
                  <a:cubicBezTo>
                    <a:pt x="1750288" y="3519638"/>
                    <a:pt x="1864753" y="3292878"/>
                    <a:pt x="2029704" y="3106979"/>
                  </a:cubicBezTo>
                  <a:cubicBezTo>
                    <a:pt x="2194371" y="2921362"/>
                    <a:pt x="2450290" y="2766697"/>
                    <a:pt x="2699226" y="2832187"/>
                  </a:cubicBezTo>
                  <a:cubicBezTo>
                    <a:pt x="2877576" y="2878614"/>
                    <a:pt x="3005913" y="2989116"/>
                    <a:pt x="3108300" y="3122171"/>
                  </a:cubicBezTo>
                  <a:cubicBezTo>
                    <a:pt x="3187378" y="3224935"/>
                    <a:pt x="3252584" y="3340438"/>
                    <a:pt x="3316281" y="3451601"/>
                  </a:cubicBezTo>
                  <a:cubicBezTo>
                    <a:pt x="3330624" y="3476796"/>
                    <a:pt x="3346100" y="3502464"/>
                    <a:pt x="3362614" y="3528414"/>
                  </a:cubicBezTo>
                  <a:cubicBezTo>
                    <a:pt x="3451884" y="3669019"/>
                    <a:pt x="3572766" y="3821796"/>
                    <a:pt x="3699215" y="3927391"/>
                  </a:cubicBezTo>
                  <a:cubicBezTo>
                    <a:pt x="3785748" y="3999769"/>
                    <a:pt x="3876056" y="4044875"/>
                    <a:pt x="3980424" y="4044309"/>
                  </a:cubicBezTo>
                  <a:cubicBezTo>
                    <a:pt x="4022039" y="4044121"/>
                    <a:pt x="4061295" y="4036949"/>
                    <a:pt x="4099324" y="4024115"/>
                  </a:cubicBezTo>
                  <a:cubicBezTo>
                    <a:pt x="4257575" y="3970421"/>
                    <a:pt x="4395820" y="3804905"/>
                    <a:pt x="4474804" y="3628347"/>
                  </a:cubicBezTo>
                  <a:cubicBezTo>
                    <a:pt x="4566810" y="3422819"/>
                    <a:pt x="4624939" y="3186623"/>
                    <a:pt x="4800647" y="3040451"/>
                  </a:cubicBezTo>
                  <a:cubicBezTo>
                    <a:pt x="5025897" y="2853230"/>
                    <a:pt x="5371464" y="2877388"/>
                    <a:pt x="5616624" y="3025447"/>
                  </a:cubicBezTo>
                  <a:cubicBezTo>
                    <a:pt x="5861030" y="3173034"/>
                    <a:pt x="6026642" y="3418478"/>
                    <a:pt x="6170455" y="3666187"/>
                  </a:cubicBezTo>
                  <a:cubicBezTo>
                    <a:pt x="6295866" y="3880963"/>
                    <a:pt x="6412785" y="4108100"/>
                    <a:pt x="6572545" y="4302682"/>
                  </a:cubicBezTo>
                  <a:cubicBezTo>
                    <a:pt x="6597174" y="4332596"/>
                    <a:pt x="6622748" y="4361755"/>
                    <a:pt x="6649453" y="4389781"/>
                  </a:cubicBezTo>
                  <a:cubicBezTo>
                    <a:pt x="6890839" y="4642680"/>
                    <a:pt x="7226119" y="4779416"/>
                    <a:pt x="7564797" y="4786965"/>
                  </a:cubicBezTo>
                  <a:cubicBezTo>
                    <a:pt x="7814299" y="4792626"/>
                    <a:pt x="8065499" y="4727326"/>
                    <a:pt x="8273575" y="4587382"/>
                  </a:cubicBezTo>
                  <a:cubicBezTo>
                    <a:pt x="8464664" y="4458385"/>
                    <a:pt x="8609609" y="4287112"/>
                    <a:pt x="8728698" y="4092813"/>
                  </a:cubicBezTo>
                  <a:cubicBezTo>
                    <a:pt x="8924412" y="3774991"/>
                    <a:pt x="9050767" y="3396397"/>
                    <a:pt x="9202223" y="3047528"/>
                  </a:cubicBezTo>
                  <a:cubicBezTo>
                    <a:pt x="9239875" y="2960618"/>
                    <a:pt x="9279508" y="2874274"/>
                    <a:pt x="9320935" y="2788873"/>
                  </a:cubicBezTo>
                  <a:cubicBezTo>
                    <a:pt x="9914115" y="1564955"/>
                    <a:pt x="10891552" y="514763"/>
                    <a:pt x="12176241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14;p1"/>
            <p:cNvSpPr/>
            <p:nvPr/>
          </p:nvSpPr>
          <p:spPr>
            <a:xfrm>
              <a:off x="13588" y="8121525"/>
              <a:ext cx="12172938" cy="4601569"/>
            </a:xfrm>
            <a:custGeom>
              <a:avLst/>
              <a:gdLst/>
              <a:ahLst/>
              <a:cxnLst/>
              <a:rect l="l" t="t" r="r" b="b"/>
              <a:pathLst>
                <a:path w="12172938" h="4601569" extrusionOk="0">
                  <a:moveTo>
                    <a:pt x="0" y="2983171"/>
                  </a:moveTo>
                  <a:cubicBezTo>
                    <a:pt x="104651" y="3275609"/>
                    <a:pt x="360287" y="3525206"/>
                    <a:pt x="663011" y="3617306"/>
                  </a:cubicBezTo>
                  <a:cubicBezTo>
                    <a:pt x="961394" y="3708086"/>
                    <a:pt x="1296580" y="3641936"/>
                    <a:pt x="1528152" y="3456791"/>
                  </a:cubicBezTo>
                  <a:cubicBezTo>
                    <a:pt x="1715939" y="3307694"/>
                    <a:pt x="1829272" y="3092729"/>
                    <a:pt x="1992713" y="2917682"/>
                  </a:cubicBezTo>
                  <a:cubicBezTo>
                    <a:pt x="2155776" y="2743012"/>
                    <a:pt x="2408203" y="2598255"/>
                    <a:pt x="2652515" y="2662329"/>
                  </a:cubicBezTo>
                  <a:cubicBezTo>
                    <a:pt x="2836244" y="2709795"/>
                    <a:pt x="2971942" y="2812181"/>
                    <a:pt x="3081594" y="2934951"/>
                  </a:cubicBezTo>
                  <a:cubicBezTo>
                    <a:pt x="3166429" y="3029882"/>
                    <a:pt x="3238052" y="3136043"/>
                    <a:pt x="3308732" y="3240789"/>
                  </a:cubicBezTo>
                  <a:cubicBezTo>
                    <a:pt x="3324679" y="3264474"/>
                    <a:pt x="3341759" y="3288821"/>
                    <a:pt x="3359783" y="3313639"/>
                  </a:cubicBezTo>
                  <a:cubicBezTo>
                    <a:pt x="3457829" y="3447920"/>
                    <a:pt x="3588053" y="3600887"/>
                    <a:pt x="3713747" y="3714125"/>
                  </a:cubicBezTo>
                  <a:cubicBezTo>
                    <a:pt x="3799337" y="3791221"/>
                    <a:pt x="3884360" y="3842273"/>
                    <a:pt x="3984765" y="3849445"/>
                  </a:cubicBezTo>
                  <a:cubicBezTo>
                    <a:pt x="4024870" y="3852276"/>
                    <a:pt x="4062994" y="3848501"/>
                    <a:pt x="4100740" y="3839065"/>
                  </a:cubicBezTo>
                  <a:cubicBezTo>
                    <a:pt x="4258236" y="3799620"/>
                    <a:pt x="4411768" y="3644106"/>
                    <a:pt x="4497923" y="3467077"/>
                  </a:cubicBezTo>
                  <a:cubicBezTo>
                    <a:pt x="4594837" y="3268060"/>
                    <a:pt x="4652871" y="3035544"/>
                    <a:pt x="4827258" y="2891354"/>
                  </a:cubicBezTo>
                  <a:cubicBezTo>
                    <a:pt x="5051282" y="2706303"/>
                    <a:pt x="5391375" y="2724705"/>
                    <a:pt x="5635026" y="2864743"/>
                  </a:cubicBezTo>
                  <a:cubicBezTo>
                    <a:pt x="5877544" y="3004120"/>
                    <a:pt x="6044949" y="3240034"/>
                    <a:pt x="6190743" y="3480382"/>
                  </a:cubicBezTo>
                  <a:cubicBezTo>
                    <a:pt x="6318136" y="3688741"/>
                    <a:pt x="6436659" y="3911160"/>
                    <a:pt x="6593966" y="4104609"/>
                  </a:cubicBezTo>
                  <a:cubicBezTo>
                    <a:pt x="6618218" y="4134334"/>
                    <a:pt x="6643225" y="4163304"/>
                    <a:pt x="6669459" y="4191331"/>
                  </a:cubicBezTo>
                  <a:cubicBezTo>
                    <a:pt x="6905466" y="4443286"/>
                    <a:pt x="7227441" y="4584645"/>
                    <a:pt x="7556870" y="4600121"/>
                  </a:cubicBezTo>
                  <a:cubicBezTo>
                    <a:pt x="7799577" y="4611728"/>
                    <a:pt x="8046154" y="4553693"/>
                    <a:pt x="8252153" y="4422337"/>
                  </a:cubicBezTo>
                  <a:cubicBezTo>
                    <a:pt x="8441167" y="4301172"/>
                    <a:pt x="8586678" y="4138109"/>
                    <a:pt x="8707089" y="3951737"/>
                  </a:cubicBezTo>
                  <a:cubicBezTo>
                    <a:pt x="8905444" y="3646937"/>
                    <a:pt x="9037273" y="3280799"/>
                    <a:pt x="9193165" y="2943160"/>
                  </a:cubicBezTo>
                  <a:cubicBezTo>
                    <a:pt x="9231949" y="2858987"/>
                    <a:pt x="9272526" y="2775473"/>
                    <a:pt x="9314895" y="2692715"/>
                  </a:cubicBezTo>
                  <a:cubicBezTo>
                    <a:pt x="9921193" y="1507864"/>
                    <a:pt x="10898912" y="493908"/>
                    <a:pt x="12172939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15;p1"/>
            <p:cNvSpPr/>
            <p:nvPr/>
          </p:nvSpPr>
          <p:spPr>
            <a:xfrm>
              <a:off x="16608" y="8245804"/>
              <a:ext cx="12170106" cy="4416557"/>
            </a:xfrm>
            <a:custGeom>
              <a:avLst/>
              <a:gdLst/>
              <a:ahLst/>
              <a:cxnLst/>
              <a:rect l="l" t="t" r="r" b="b"/>
              <a:pathLst>
                <a:path w="12170106" h="4416557" extrusionOk="0">
                  <a:moveTo>
                    <a:pt x="0" y="2741313"/>
                  </a:moveTo>
                  <a:cubicBezTo>
                    <a:pt x="103424" y="3027334"/>
                    <a:pt x="353681" y="3275421"/>
                    <a:pt x="650649" y="3371296"/>
                  </a:cubicBezTo>
                  <a:cubicBezTo>
                    <a:pt x="941766" y="3465284"/>
                    <a:pt x="1268931" y="3406683"/>
                    <a:pt x="1496823" y="3234561"/>
                  </a:cubicBezTo>
                  <a:cubicBezTo>
                    <a:pt x="1681118" y="3095372"/>
                    <a:pt x="1793791" y="2892486"/>
                    <a:pt x="1955627" y="2728479"/>
                  </a:cubicBezTo>
                  <a:cubicBezTo>
                    <a:pt x="2117181" y="2564755"/>
                    <a:pt x="2365833" y="2430473"/>
                    <a:pt x="2605710" y="2492660"/>
                  </a:cubicBezTo>
                  <a:cubicBezTo>
                    <a:pt x="2794818" y="2541730"/>
                    <a:pt x="2937970" y="2635529"/>
                    <a:pt x="3054795" y="2747919"/>
                  </a:cubicBezTo>
                  <a:cubicBezTo>
                    <a:pt x="3145385" y="2835018"/>
                    <a:pt x="3223425" y="2931836"/>
                    <a:pt x="3301182" y="3030165"/>
                  </a:cubicBezTo>
                  <a:cubicBezTo>
                    <a:pt x="3318734" y="3052435"/>
                    <a:pt x="3337324" y="3075461"/>
                    <a:pt x="3357047" y="3099052"/>
                  </a:cubicBezTo>
                  <a:cubicBezTo>
                    <a:pt x="3463774" y="3226917"/>
                    <a:pt x="3603529" y="3380166"/>
                    <a:pt x="3728468" y="3501048"/>
                  </a:cubicBezTo>
                  <a:cubicBezTo>
                    <a:pt x="3813114" y="3582957"/>
                    <a:pt x="3892947" y="3639954"/>
                    <a:pt x="3989389" y="3654769"/>
                  </a:cubicBezTo>
                  <a:cubicBezTo>
                    <a:pt x="4027984" y="3660714"/>
                    <a:pt x="4064975" y="3660242"/>
                    <a:pt x="4102533" y="3654203"/>
                  </a:cubicBezTo>
                  <a:cubicBezTo>
                    <a:pt x="4259368" y="3629008"/>
                    <a:pt x="4427904" y="3483591"/>
                    <a:pt x="4521420" y="3305995"/>
                  </a:cubicBezTo>
                  <a:cubicBezTo>
                    <a:pt x="4622863" y="3113395"/>
                    <a:pt x="4681275" y="2884654"/>
                    <a:pt x="4854341" y="2742351"/>
                  </a:cubicBezTo>
                  <a:cubicBezTo>
                    <a:pt x="5077044" y="2559471"/>
                    <a:pt x="5411757" y="2572116"/>
                    <a:pt x="5653898" y="2704039"/>
                  </a:cubicBezTo>
                  <a:cubicBezTo>
                    <a:pt x="5894436" y="2835112"/>
                    <a:pt x="6063255" y="3062061"/>
                    <a:pt x="6211409" y="3294577"/>
                  </a:cubicBezTo>
                  <a:cubicBezTo>
                    <a:pt x="6340312" y="3496896"/>
                    <a:pt x="6460911" y="3714125"/>
                    <a:pt x="6615859" y="3906536"/>
                  </a:cubicBezTo>
                  <a:cubicBezTo>
                    <a:pt x="6639733" y="3936072"/>
                    <a:pt x="6664268" y="3964948"/>
                    <a:pt x="6689936" y="3992786"/>
                  </a:cubicBezTo>
                  <a:cubicBezTo>
                    <a:pt x="6920659" y="4243892"/>
                    <a:pt x="7229233" y="4389781"/>
                    <a:pt x="7549321" y="4413184"/>
                  </a:cubicBezTo>
                  <a:cubicBezTo>
                    <a:pt x="7785140" y="4430735"/>
                    <a:pt x="8027186" y="4379967"/>
                    <a:pt x="8231205" y="4257198"/>
                  </a:cubicBezTo>
                  <a:cubicBezTo>
                    <a:pt x="8418236" y="4143770"/>
                    <a:pt x="8564125" y="3989011"/>
                    <a:pt x="8686045" y="3810566"/>
                  </a:cubicBezTo>
                  <a:cubicBezTo>
                    <a:pt x="8887043" y="3518789"/>
                    <a:pt x="9024250" y="3165202"/>
                    <a:pt x="9184577" y="2838698"/>
                  </a:cubicBezTo>
                  <a:cubicBezTo>
                    <a:pt x="9224400" y="2757355"/>
                    <a:pt x="9266014" y="2676484"/>
                    <a:pt x="9309328" y="2596556"/>
                  </a:cubicBezTo>
                  <a:cubicBezTo>
                    <a:pt x="9928837" y="1450773"/>
                    <a:pt x="10906745" y="472959"/>
                    <a:pt x="12170107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16;p1"/>
            <p:cNvSpPr/>
            <p:nvPr/>
          </p:nvSpPr>
          <p:spPr>
            <a:xfrm>
              <a:off x="19722" y="8370178"/>
              <a:ext cx="12166615" cy="4232536"/>
            </a:xfrm>
            <a:custGeom>
              <a:avLst/>
              <a:gdLst/>
              <a:ahLst/>
              <a:cxnLst/>
              <a:rect l="l" t="t" r="r" b="b"/>
              <a:pathLst>
                <a:path w="12166615" h="4232536" extrusionOk="0">
                  <a:moveTo>
                    <a:pt x="0" y="2499455"/>
                  </a:moveTo>
                  <a:cubicBezTo>
                    <a:pt x="102198" y="2778965"/>
                    <a:pt x="347076" y="3025636"/>
                    <a:pt x="638287" y="3125380"/>
                  </a:cubicBezTo>
                  <a:cubicBezTo>
                    <a:pt x="922138" y="3222576"/>
                    <a:pt x="1241565" y="3171808"/>
                    <a:pt x="1465494" y="3012424"/>
                  </a:cubicBezTo>
                  <a:cubicBezTo>
                    <a:pt x="1646581" y="2883427"/>
                    <a:pt x="1758309" y="2692432"/>
                    <a:pt x="1918636" y="2539371"/>
                  </a:cubicBezTo>
                  <a:cubicBezTo>
                    <a:pt x="2078679" y="2386499"/>
                    <a:pt x="2323746" y="2262220"/>
                    <a:pt x="2558905" y="2322991"/>
                  </a:cubicBezTo>
                  <a:cubicBezTo>
                    <a:pt x="2753392" y="2373288"/>
                    <a:pt x="2904093" y="2458783"/>
                    <a:pt x="3027995" y="2560886"/>
                  </a:cubicBezTo>
                  <a:cubicBezTo>
                    <a:pt x="3124342" y="2640248"/>
                    <a:pt x="3208799" y="2727630"/>
                    <a:pt x="3293633" y="2819542"/>
                  </a:cubicBezTo>
                  <a:cubicBezTo>
                    <a:pt x="3312789" y="2840302"/>
                    <a:pt x="3332983" y="2862006"/>
                    <a:pt x="3354216" y="2884465"/>
                  </a:cubicBezTo>
                  <a:cubicBezTo>
                    <a:pt x="3469624" y="3006008"/>
                    <a:pt x="3618910" y="3159446"/>
                    <a:pt x="3743001" y="3287877"/>
                  </a:cubicBezTo>
                  <a:cubicBezTo>
                    <a:pt x="3826703" y="3374504"/>
                    <a:pt x="3901251" y="3437540"/>
                    <a:pt x="3993729" y="3459905"/>
                  </a:cubicBezTo>
                  <a:cubicBezTo>
                    <a:pt x="4030815" y="3468870"/>
                    <a:pt x="4066674" y="3471795"/>
                    <a:pt x="4104042" y="3469153"/>
                  </a:cubicBezTo>
                  <a:cubicBezTo>
                    <a:pt x="4260123" y="3458206"/>
                    <a:pt x="4443569" y="3322981"/>
                    <a:pt x="4544634" y="3144725"/>
                  </a:cubicBezTo>
                  <a:cubicBezTo>
                    <a:pt x="4650229" y="2958636"/>
                    <a:pt x="4709396" y="2733669"/>
                    <a:pt x="4881047" y="2593254"/>
                  </a:cubicBezTo>
                  <a:cubicBezTo>
                    <a:pt x="5102522" y="2412544"/>
                    <a:pt x="5431668" y="2419433"/>
                    <a:pt x="5672300" y="2543334"/>
                  </a:cubicBezTo>
                  <a:cubicBezTo>
                    <a:pt x="5910855" y="2666198"/>
                    <a:pt x="6081373" y="2883710"/>
                    <a:pt x="6231603" y="3108771"/>
                  </a:cubicBezTo>
                  <a:cubicBezTo>
                    <a:pt x="6362394" y="3304768"/>
                    <a:pt x="6484691" y="3517185"/>
                    <a:pt x="6637280" y="3708463"/>
                  </a:cubicBezTo>
                  <a:cubicBezTo>
                    <a:pt x="6660777" y="3737811"/>
                    <a:pt x="6684840" y="3766498"/>
                    <a:pt x="6709847" y="3794336"/>
                  </a:cubicBezTo>
                  <a:cubicBezTo>
                    <a:pt x="6935191" y="4044498"/>
                    <a:pt x="7230366" y="4195011"/>
                    <a:pt x="7541300" y="4226340"/>
                  </a:cubicBezTo>
                  <a:cubicBezTo>
                    <a:pt x="7770324" y="4249837"/>
                    <a:pt x="8008031" y="4206807"/>
                    <a:pt x="8209784" y="4092153"/>
                  </a:cubicBezTo>
                  <a:cubicBezTo>
                    <a:pt x="8395022" y="3986935"/>
                    <a:pt x="8540722" y="3839631"/>
                    <a:pt x="8664436" y="3669490"/>
                  </a:cubicBezTo>
                  <a:cubicBezTo>
                    <a:pt x="8867416" y="3390263"/>
                    <a:pt x="9010662" y="3049699"/>
                    <a:pt x="9175423" y="2734330"/>
                  </a:cubicBezTo>
                  <a:cubicBezTo>
                    <a:pt x="9216284" y="2655724"/>
                    <a:pt x="9258937" y="2577683"/>
                    <a:pt x="9303100" y="2500398"/>
                  </a:cubicBezTo>
                  <a:cubicBezTo>
                    <a:pt x="9935725" y="1393682"/>
                    <a:pt x="10913916" y="452104"/>
                    <a:pt x="12166616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17;p1"/>
            <p:cNvSpPr/>
            <p:nvPr/>
          </p:nvSpPr>
          <p:spPr>
            <a:xfrm>
              <a:off x="22742" y="8494551"/>
              <a:ext cx="12163690" cy="4049276"/>
            </a:xfrm>
            <a:custGeom>
              <a:avLst/>
              <a:gdLst/>
              <a:ahLst/>
              <a:cxnLst/>
              <a:rect l="l" t="t" r="r" b="b"/>
              <a:pathLst>
                <a:path w="12163690" h="4049276" extrusionOk="0">
                  <a:moveTo>
                    <a:pt x="0" y="2257596"/>
                  </a:moveTo>
                  <a:cubicBezTo>
                    <a:pt x="100971" y="2530595"/>
                    <a:pt x="340470" y="2775851"/>
                    <a:pt x="626020" y="2879370"/>
                  </a:cubicBezTo>
                  <a:cubicBezTo>
                    <a:pt x="902604" y="2979680"/>
                    <a:pt x="1214293" y="2936932"/>
                    <a:pt x="1434259" y="2790194"/>
                  </a:cubicBezTo>
                  <a:cubicBezTo>
                    <a:pt x="1612232" y="2671482"/>
                    <a:pt x="1723017" y="2492094"/>
                    <a:pt x="1881645" y="2350169"/>
                  </a:cubicBezTo>
                  <a:cubicBezTo>
                    <a:pt x="2040273" y="2208149"/>
                    <a:pt x="2281659" y="2093967"/>
                    <a:pt x="2512194" y="2153323"/>
                  </a:cubicBezTo>
                  <a:cubicBezTo>
                    <a:pt x="2712060" y="2204752"/>
                    <a:pt x="2870216" y="2282131"/>
                    <a:pt x="3001289" y="2373854"/>
                  </a:cubicBezTo>
                  <a:cubicBezTo>
                    <a:pt x="3103487" y="2445383"/>
                    <a:pt x="3194266" y="2523423"/>
                    <a:pt x="3286084" y="2608918"/>
                  </a:cubicBezTo>
                  <a:cubicBezTo>
                    <a:pt x="3306844" y="2628263"/>
                    <a:pt x="3328643" y="2648646"/>
                    <a:pt x="3351479" y="2669878"/>
                  </a:cubicBezTo>
                  <a:cubicBezTo>
                    <a:pt x="3475664" y="2785004"/>
                    <a:pt x="3634292" y="2938725"/>
                    <a:pt x="3757627" y="3074800"/>
                  </a:cubicBezTo>
                  <a:cubicBezTo>
                    <a:pt x="3840386" y="3166146"/>
                    <a:pt x="3909744" y="3235221"/>
                    <a:pt x="3998259" y="3265229"/>
                  </a:cubicBezTo>
                  <a:cubicBezTo>
                    <a:pt x="4033835" y="3277308"/>
                    <a:pt x="4068561" y="3283536"/>
                    <a:pt x="4105741" y="3284291"/>
                  </a:cubicBezTo>
                  <a:cubicBezTo>
                    <a:pt x="4261161" y="3287594"/>
                    <a:pt x="4459139" y="3162560"/>
                    <a:pt x="4568037" y="2983643"/>
                  </a:cubicBezTo>
                  <a:cubicBezTo>
                    <a:pt x="4677406" y="2803877"/>
                    <a:pt x="4737706" y="2582779"/>
                    <a:pt x="4908035" y="2444345"/>
                  </a:cubicBezTo>
                  <a:cubicBezTo>
                    <a:pt x="5128189" y="2265806"/>
                    <a:pt x="5451863" y="2266938"/>
                    <a:pt x="5691079" y="2382725"/>
                  </a:cubicBezTo>
                  <a:cubicBezTo>
                    <a:pt x="5927653" y="2497379"/>
                    <a:pt x="6099964" y="2705454"/>
                    <a:pt x="6252175" y="2922966"/>
                  </a:cubicBezTo>
                  <a:cubicBezTo>
                    <a:pt x="6384853" y="3112640"/>
                    <a:pt x="6508754" y="3320150"/>
                    <a:pt x="6659078" y="3510390"/>
                  </a:cubicBezTo>
                  <a:cubicBezTo>
                    <a:pt x="6682198" y="3539549"/>
                    <a:pt x="6705789" y="3568047"/>
                    <a:pt x="6730230" y="3595791"/>
                  </a:cubicBezTo>
                  <a:cubicBezTo>
                    <a:pt x="6950290" y="3845010"/>
                    <a:pt x="7232064" y="4000146"/>
                    <a:pt x="7533656" y="4039402"/>
                  </a:cubicBezTo>
                  <a:cubicBezTo>
                    <a:pt x="7755886" y="4068750"/>
                    <a:pt x="7988969" y="4033080"/>
                    <a:pt x="8188646" y="3927013"/>
                  </a:cubicBezTo>
                  <a:cubicBezTo>
                    <a:pt x="8371903" y="3829628"/>
                    <a:pt x="8517981" y="3690534"/>
                    <a:pt x="8643203" y="3528320"/>
                  </a:cubicBezTo>
                  <a:cubicBezTo>
                    <a:pt x="8848825" y="3262115"/>
                    <a:pt x="8997451" y="2934101"/>
                    <a:pt x="9166742" y="2629868"/>
                  </a:cubicBezTo>
                  <a:cubicBezTo>
                    <a:pt x="9208735" y="2554092"/>
                    <a:pt x="9252332" y="2478694"/>
                    <a:pt x="9297438" y="2404240"/>
                  </a:cubicBezTo>
                  <a:cubicBezTo>
                    <a:pt x="9943274" y="1336590"/>
                    <a:pt x="10921654" y="431250"/>
                    <a:pt x="12163691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18;p1"/>
            <p:cNvSpPr/>
            <p:nvPr/>
          </p:nvSpPr>
          <p:spPr>
            <a:xfrm>
              <a:off x="25761" y="8618736"/>
              <a:ext cx="12160387" cy="3867222"/>
            </a:xfrm>
            <a:custGeom>
              <a:avLst/>
              <a:gdLst/>
              <a:ahLst/>
              <a:cxnLst/>
              <a:rect l="l" t="t" r="r" b="b"/>
              <a:pathLst>
                <a:path w="12160387" h="3867222" extrusionOk="0">
                  <a:moveTo>
                    <a:pt x="0" y="2015926"/>
                  </a:moveTo>
                  <a:cubicBezTo>
                    <a:pt x="99744" y="2282509"/>
                    <a:pt x="333865" y="2526160"/>
                    <a:pt x="613658" y="2633548"/>
                  </a:cubicBezTo>
                  <a:cubicBezTo>
                    <a:pt x="882976" y="2736972"/>
                    <a:pt x="1187022" y="2702151"/>
                    <a:pt x="1402929" y="2568153"/>
                  </a:cubicBezTo>
                  <a:cubicBezTo>
                    <a:pt x="1577694" y="2459727"/>
                    <a:pt x="1687630" y="2292040"/>
                    <a:pt x="1844559" y="2161155"/>
                  </a:cubicBezTo>
                  <a:cubicBezTo>
                    <a:pt x="2001866" y="2029987"/>
                    <a:pt x="2239478" y="1925808"/>
                    <a:pt x="2465294" y="1983842"/>
                  </a:cubicBezTo>
                  <a:cubicBezTo>
                    <a:pt x="2670539" y="2036498"/>
                    <a:pt x="2836339" y="2105574"/>
                    <a:pt x="2974395" y="2186917"/>
                  </a:cubicBezTo>
                  <a:cubicBezTo>
                    <a:pt x="3082444" y="2250613"/>
                    <a:pt x="3179451" y="2319311"/>
                    <a:pt x="3278440" y="2398389"/>
                  </a:cubicBezTo>
                  <a:cubicBezTo>
                    <a:pt x="3300805" y="2416319"/>
                    <a:pt x="3324113" y="2435286"/>
                    <a:pt x="3348648" y="2455386"/>
                  </a:cubicBezTo>
                  <a:cubicBezTo>
                    <a:pt x="3481515" y="2564095"/>
                    <a:pt x="3649673" y="2718005"/>
                    <a:pt x="3772254" y="2861817"/>
                  </a:cubicBezTo>
                  <a:cubicBezTo>
                    <a:pt x="3854069" y="2957881"/>
                    <a:pt x="3918237" y="3032996"/>
                    <a:pt x="4002694" y="3070554"/>
                  </a:cubicBezTo>
                  <a:cubicBezTo>
                    <a:pt x="4036760" y="3085747"/>
                    <a:pt x="4070354" y="3095277"/>
                    <a:pt x="4107251" y="3099429"/>
                  </a:cubicBezTo>
                  <a:cubicBezTo>
                    <a:pt x="4262010" y="3117076"/>
                    <a:pt x="4474332" y="3002233"/>
                    <a:pt x="4591251" y="2822561"/>
                  </a:cubicBezTo>
                  <a:cubicBezTo>
                    <a:pt x="4704112" y="2649118"/>
                    <a:pt x="4765732" y="2431889"/>
                    <a:pt x="4934740" y="2295342"/>
                  </a:cubicBezTo>
                  <a:cubicBezTo>
                    <a:pt x="5153668" y="2118879"/>
                    <a:pt x="5471774" y="2114255"/>
                    <a:pt x="5709575" y="2222115"/>
                  </a:cubicBezTo>
                  <a:cubicBezTo>
                    <a:pt x="5944167" y="2328465"/>
                    <a:pt x="6118365" y="2527292"/>
                    <a:pt x="6272463" y="2737255"/>
                  </a:cubicBezTo>
                  <a:cubicBezTo>
                    <a:pt x="6407123" y="2920701"/>
                    <a:pt x="6532629" y="3123304"/>
                    <a:pt x="6680593" y="3312412"/>
                  </a:cubicBezTo>
                  <a:cubicBezTo>
                    <a:pt x="6703336" y="3341382"/>
                    <a:pt x="6726455" y="3369786"/>
                    <a:pt x="6750329" y="3397435"/>
                  </a:cubicBezTo>
                  <a:cubicBezTo>
                    <a:pt x="6965011" y="3645805"/>
                    <a:pt x="7233480" y="3805471"/>
                    <a:pt x="7525824" y="3852653"/>
                  </a:cubicBezTo>
                  <a:cubicBezTo>
                    <a:pt x="7741260" y="3887946"/>
                    <a:pt x="7969718" y="3859636"/>
                    <a:pt x="8167413" y="3762063"/>
                  </a:cubicBezTo>
                  <a:cubicBezTo>
                    <a:pt x="8348689" y="3672604"/>
                    <a:pt x="8495144" y="3541531"/>
                    <a:pt x="8621782" y="3387338"/>
                  </a:cubicBezTo>
                  <a:cubicBezTo>
                    <a:pt x="8829952" y="3134062"/>
                    <a:pt x="8984145" y="2818692"/>
                    <a:pt x="9157777" y="2525594"/>
                  </a:cubicBezTo>
                  <a:cubicBezTo>
                    <a:pt x="9200808" y="2452555"/>
                    <a:pt x="9245443" y="2379988"/>
                    <a:pt x="9291493" y="2308176"/>
                  </a:cubicBezTo>
                  <a:cubicBezTo>
                    <a:pt x="9950540" y="1279594"/>
                    <a:pt x="10929109" y="410395"/>
                    <a:pt x="12160388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19;p1"/>
            <p:cNvSpPr/>
            <p:nvPr/>
          </p:nvSpPr>
          <p:spPr>
            <a:xfrm>
              <a:off x="28781" y="8743109"/>
              <a:ext cx="12157084" cy="3686107"/>
            </a:xfrm>
            <a:custGeom>
              <a:avLst/>
              <a:gdLst/>
              <a:ahLst/>
              <a:cxnLst/>
              <a:rect l="l" t="t" r="r" b="b"/>
              <a:pathLst>
                <a:path w="12157084" h="3686107" extrusionOk="0">
                  <a:moveTo>
                    <a:pt x="0" y="1774068"/>
                  </a:moveTo>
                  <a:cubicBezTo>
                    <a:pt x="98517" y="2034139"/>
                    <a:pt x="327259" y="2276186"/>
                    <a:pt x="601296" y="2387537"/>
                  </a:cubicBezTo>
                  <a:cubicBezTo>
                    <a:pt x="863348" y="2493982"/>
                    <a:pt x="1159656" y="2467276"/>
                    <a:pt x="1371600" y="2346016"/>
                  </a:cubicBezTo>
                  <a:cubicBezTo>
                    <a:pt x="1543251" y="2247782"/>
                    <a:pt x="1652337" y="2091796"/>
                    <a:pt x="1807473" y="1972047"/>
                  </a:cubicBezTo>
                  <a:cubicBezTo>
                    <a:pt x="1963459" y="1851637"/>
                    <a:pt x="2197202" y="1757649"/>
                    <a:pt x="2418489" y="1814174"/>
                  </a:cubicBezTo>
                  <a:cubicBezTo>
                    <a:pt x="2629207" y="1868056"/>
                    <a:pt x="2802556" y="1928827"/>
                    <a:pt x="2947595" y="1999884"/>
                  </a:cubicBezTo>
                  <a:cubicBezTo>
                    <a:pt x="3061589" y="2055749"/>
                    <a:pt x="3164824" y="2115105"/>
                    <a:pt x="3270797" y="2187766"/>
                  </a:cubicBezTo>
                  <a:cubicBezTo>
                    <a:pt x="3294671" y="2204185"/>
                    <a:pt x="3319678" y="2221926"/>
                    <a:pt x="3345723" y="2240799"/>
                  </a:cubicBezTo>
                  <a:cubicBezTo>
                    <a:pt x="3487271" y="2343186"/>
                    <a:pt x="3664961" y="2497190"/>
                    <a:pt x="3786692" y="2648646"/>
                  </a:cubicBezTo>
                  <a:cubicBezTo>
                    <a:pt x="3867657" y="2749428"/>
                    <a:pt x="3926541" y="2830677"/>
                    <a:pt x="4007035" y="2875784"/>
                  </a:cubicBezTo>
                  <a:cubicBezTo>
                    <a:pt x="4039591" y="2894090"/>
                    <a:pt x="4072053" y="2906924"/>
                    <a:pt x="4108761" y="2914568"/>
                  </a:cubicBezTo>
                  <a:cubicBezTo>
                    <a:pt x="4262860" y="2946463"/>
                    <a:pt x="4489336" y="2841906"/>
                    <a:pt x="4614465" y="2661480"/>
                  </a:cubicBezTo>
                  <a:cubicBezTo>
                    <a:pt x="4730440" y="2494170"/>
                    <a:pt x="4793853" y="2281093"/>
                    <a:pt x="4961540" y="2146434"/>
                  </a:cubicBezTo>
                  <a:cubicBezTo>
                    <a:pt x="5179147" y="1972141"/>
                    <a:pt x="5491779" y="1961855"/>
                    <a:pt x="5728070" y="2061505"/>
                  </a:cubicBezTo>
                  <a:cubicBezTo>
                    <a:pt x="5960681" y="2159645"/>
                    <a:pt x="6136672" y="2349036"/>
                    <a:pt x="6292752" y="2551544"/>
                  </a:cubicBezTo>
                  <a:cubicBezTo>
                    <a:pt x="6429299" y="2728668"/>
                    <a:pt x="6556503" y="2926363"/>
                    <a:pt x="6702109" y="3114434"/>
                  </a:cubicBezTo>
                  <a:cubicBezTo>
                    <a:pt x="6724474" y="3143215"/>
                    <a:pt x="6747121" y="3171430"/>
                    <a:pt x="6770335" y="3198985"/>
                  </a:cubicBezTo>
                  <a:cubicBezTo>
                    <a:pt x="6979732" y="3446411"/>
                    <a:pt x="7234801" y="3610701"/>
                    <a:pt x="7517802" y="3665810"/>
                  </a:cubicBezTo>
                  <a:cubicBezTo>
                    <a:pt x="7726444" y="3707048"/>
                    <a:pt x="7950373" y="3686099"/>
                    <a:pt x="8145992" y="3597018"/>
                  </a:cubicBezTo>
                  <a:cubicBezTo>
                    <a:pt x="8325286" y="3515392"/>
                    <a:pt x="8472119" y="3392434"/>
                    <a:pt x="8600267" y="3246262"/>
                  </a:cubicBezTo>
                  <a:cubicBezTo>
                    <a:pt x="8810985" y="3005913"/>
                    <a:pt x="8970651" y="2703189"/>
                    <a:pt x="9148718" y="2421226"/>
                  </a:cubicBezTo>
                  <a:cubicBezTo>
                    <a:pt x="9192881" y="2351018"/>
                    <a:pt x="9238460" y="2281093"/>
                    <a:pt x="9285453" y="2212018"/>
                  </a:cubicBezTo>
                  <a:cubicBezTo>
                    <a:pt x="9957618" y="1222503"/>
                    <a:pt x="10936469" y="389540"/>
                    <a:pt x="12157085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31895" y="8867766"/>
              <a:ext cx="12153970" cy="3505951"/>
            </a:xfrm>
            <a:custGeom>
              <a:avLst/>
              <a:gdLst/>
              <a:ahLst/>
              <a:cxnLst/>
              <a:rect l="l" t="t" r="r" b="b"/>
              <a:pathLst>
                <a:path w="12153970" h="3505951" extrusionOk="0">
                  <a:moveTo>
                    <a:pt x="0" y="1531927"/>
                  </a:moveTo>
                  <a:cubicBezTo>
                    <a:pt x="97291" y="1785486"/>
                    <a:pt x="320559" y="2026024"/>
                    <a:pt x="588934" y="2141244"/>
                  </a:cubicBezTo>
                  <a:cubicBezTo>
                    <a:pt x="843720" y="2250613"/>
                    <a:pt x="1132384" y="2232023"/>
                    <a:pt x="1340271" y="2123503"/>
                  </a:cubicBezTo>
                  <a:cubicBezTo>
                    <a:pt x="1508807" y="2035554"/>
                    <a:pt x="1617233" y="1891176"/>
                    <a:pt x="1770388" y="1782561"/>
                  </a:cubicBezTo>
                  <a:cubicBezTo>
                    <a:pt x="1925241" y="1672814"/>
                    <a:pt x="2155021" y="1589018"/>
                    <a:pt x="2371684" y="1644221"/>
                  </a:cubicBezTo>
                  <a:cubicBezTo>
                    <a:pt x="2587780" y="1699331"/>
                    <a:pt x="2768773" y="1751704"/>
                    <a:pt x="2920796" y="1812569"/>
                  </a:cubicBezTo>
                  <a:cubicBezTo>
                    <a:pt x="3040734" y="1860601"/>
                    <a:pt x="3150198" y="1910615"/>
                    <a:pt x="3263247" y="1976859"/>
                  </a:cubicBezTo>
                  <a:cubicBezTo>
                    <a:pt x="3288726" y="1991864"/>
                    <a:pt x="3315337" y="2008189"/>
                    <a:pt x="3342986" y="2025929"/>
                  </a:cubicBezTo>
                  <a:cubicBezTo>
                    <a:pt x="3493216" y="2121899"/>
                    <a:pt x="3680436" y="2276092"/>
                    <a:pt x="3801318" y="2435286"/>
                  </a:cubicBezTo>
                  <a:cubicBezTo>
                    <a:pt x="3881340" y="2540692"/>
                    <a:pt x="3935034" y="2628169"/>
                    <a:pt x="4011564" y="2680825"/>
                  </a:cubicBezTo>
                  <a:cubicBezTo>
                    <a:pt x="4042705" y="2702246"/>
                    <a:pt x="4074034" y="2718382"/>
                    <a:pt x="4110459" y="2729423"/>
                  </a:cubicBezTo>
                  <a:cubicBezTo>
                    <a:pt x="4263992" y="2775756"/>
                    <a:pt x="4504340" y="2681202"/>
                    <a:pt x="4637867" y="2500115"/>
                  </a:cubicBezTo>
                  <a:cubicBezTo>
                    <a:pt x="4756673" y="2338939"/>
                    <a:pt x="4822163" y="2129920"/>
                    <a:pt x="4988435" y="1997242"/>
                  </a:cubicBezTo>
                  <a:cubicBezTo>
                    <a:pt x="5204814" y="1825120"/>
                    <a:pt x="5511879" y="1809078"/>
                    <a:pt x="5746754" y="1900707"/>
                  </a:cubicBezTo>
                  <a:cubicBezTo>
                    <a:pt x="5977289" y="1990637"/>
                    <a:pt x="6155168" y="2170686"/>
                    <a:pt x="6313229" y="2365645"/>
                  </a:cubicBezTo>
                  <a:cubicBezTo>
                    <a:pt x="6451758" y="2536446"/>
                    <a:pt x="6580566" y="2729329"/>
                    <a:pt x="6723813" y="2916266"/>
                  </a:cubicBezTo>
                  <a:cubicBezTo>
                    <a:pt x="6745800" y="2944859"/>
                    <a:pt x="6767976" y="2972980"/>
                    <a:pt x="6790623" y="3000440"/>
                  </a:cubicBezTo>
                  <a:cubicBezTo>
                    <a:pt x="6994641" y="3247017"/>
                    <a:pt x="7236405" y="3415836"/>
                    <a:pt x="7510159" y="3478872"/>
                  </a:cubicBezTo>
                  <a:cubicBezTo>
                    <a:pt x="7712006" y="3525961"/>
                    <a:pt x="7931311" y="3512466"/>
                    <a:pt x="8124855" y="3431878"/>
                  </a:cubicBezTo>
                  <a:cubicBezTo>
                    <a:pt x="8302167" y="3358085"/>
                    <a:pt x="8449377" y="3243242"/>
                    <a:pt x="8578940" y="3105091"/>
                  </a:cubicBezTo>
                  <a:cubicBezTo>
                    <a:pt x="8792300" y="2877671"/>
                    <a:pt x="8957345" y="2587498"/>
                    <a:pt x="9139848" y="2316763"/>
                  </a:cubicBezTo>
                  <a:cubicBezTo>
                    <a:pt x="9185049" y="2249292"/>
                    <a:pt x="9231665" y="2182198"/>
                    <a:pt x="9279603" y="2115860"/>
                  </a:cubicBezTo>
                  <a:cubicBezTo>
                    <a:pt x="9964978" y="1165506"/>
                    <a:pt x="10944019" y="368685"/>
                    <a:pt x="12153971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1;p1"/>
            <p:cNvSpPr/>
            <p:nvPr/>
          </p:nvSpPr>
          <p:spPr>
            <a:xfrm>
              <a:off x="34915" y="8991762"/>
              <a:ext cx="12151139" cy="3327091"/>
            </a:xfrm>
            <a:custGeom>
              <a:avLst/>
              <a:gdLst/>
              <a:ahLst/>
              <a:cxnLst/>
              <a:rect l="l" t="t" r="r" b="b"/>
              <a:pathLst>
                <a:path w="12151139" h="3327091" extrusionOk="0">
                  <a:moveTo>
                    <a:pt x="0" y="1290352"/>
                  </a:moveTo>
                  <a:cubicBezTo>
                    <a:pt x="96064" y="1537494"/>
                    <a:pt x="313953" y="1776239"/>
                    <a:pt x="576667" y="1895517"/>
                  </a:cubicBezTo>
                  <a:cubicBezTo>
                    <a:pt x="824187" y="2007906"/>
                    <a:pt x="1105207" y="1997431"/>
                    <a:pt x="1309036" y="1901556"/>
                  </a:cubicBezTo>
                  <a:cubicBezTo>
                    <a:pt x="1474364" y="1823799"/>
                    <a:pt x="1582223" y="1691121"/>
                    <a:pt x="1733491" y="1593642"/>
                  </a:cubicBezTo>
                  <a:cubicBezTo>
                    <a:pt x="1887307" y="1494558"/>
                    <a:pt x="2113028" y="1420953"/>
                    <a:pt x="2324973" y="1474836"/>
                  </a:cubicBezTo>
                  <a:cubicBezTo>
                    <a:pt x="2546448" y="1531078"/>
                    <a:pt x="2735179" y="1575146"/>
                    <a:pt x="2893996" y="1625820"/>
                  </a:cubicBezTo>
                  <a:cubicBezTo>
                    <a:pt x="3019879" y="1665926"/>
                    <a:pt x="3135571" y="1706691"/>
                    <a:pt x="3255698" y="1766519"/>
                  </a:cubicBezTo>
                  <a:cubicBezTo>
                    <a:pt x="3282781" y="1780108"/>
                    <a:pt x="3310902" y="1795112"/>
                    <a:pt x="3340250" y="1811626"/>
                  </a:cubicBezTo>
                  <a:cubicBezTo>
                    <a:pt x="3499255" y="1901273"/>
                    <a:pt x="3696007" y="2055560"/>
                    <a:pt x="3816039" y="2222492"/>
                  </a:cubicBezTo>
                  <a:cubicBezTo>
                    <a:pt x="3895212" y="2332617"/>
                    <a:pt x="3943621" y="2426322"/>
                    <a:pt x="4016094" y="2486338"/>
                  </a:cubicBezTo>
                  <a:cubicBezTo>
                    <a:pt x="4045725" y="2510873"/>
                    <a:pt x="4075922" y="2530406"/>
                    <a:pt x="4112158" y="2544750"/>
                  </a:cubicBezTo>
                  <a:cubicBezTo>
                    <a:pt x="4265030" y="2605427"/>
                    <a:pt x="4519061" y="2520970"/>
                    <a:pt x="4661270" y="2339222"/>
                  </a:cubicBezTo>
                  <a:cubicBezTo>
                    <a:pt x="4782718" y="2183991"/>
                    <a:pt x="4850473" y="1979219"/>
                    <a:pt x="5015423" y="1848428"/>
                  </a:cubicBezTo>
                  <a:cubicBezTo>
                    <a:pt x="5230576" y="1678476"/>
                    <a:pt x="5531979" y="1656678"/>
                    <a:pt x="5765533" y="1740191"/>
                  </a:cubicBezTo>
                  <a:cubicBezTo>
                    <a:pt x="5993991" y="1821911"/>
                    <a:pt x="6173852" y="1992524"/>
                    <a:pt x="6333895" y="2179934"/>
                  </a:cubicBezTo>
                  <a:cubicBezTo>
                    <a:pt x="6474311" y="2344413"/>
                    <a:pt x="6604818" y="2532483"/>
                    <a:pt x="6745705" y="2718288"/>
                  </a:cubicBezTo>
                  <a:cubicBezTo>
                    <a:pt x="6767315" y="2746692"/>
                    <a:pt x="6789019" y="2774624"/>
                    <a:pt x="6811100" y="2801990"/>
                  </a:cubicBezTo>
                  <a:cubicBezTo>
                    <a:pt x="7009834" y="3047623"/>
                    <a:pt x="7238198" y="3221066"/>
                    <a:pt x="7502610" y="3292029"/>
                  </a:cubicBezTo>
                  <a:cubicBezTo>
                    <a:pt x="7697568" y="3345062"/>
                    <a:pt x="7912344" y="3338929"/>
                    <a:pt x="8103905" y="3266834"/>
                  </a:cubicBezTo>
                  <a:cubicBezTo>
                    <a:pt x="8279142" y="3200966"/>
                    <a:pt x="8426824" y="3094145"/>
                    <a:pt x="8557803" y="2964015"/>
                  </a:cubicBezTo>
                  <a:cubicBezTo>
                    <a:pt x="8773805" y="2749523"/>
                    <a:pt x="8944229" y="2471994"/>
                    <a:pt x="9131260" y="2212395"/>
                  </a:cubicBezTo>
                  <a:cubicBezTo>
                    <a:pt x="9177500" y="2147755"/>
                    <a:pt x="9225154" y="2083398"/>
                    <a:pt x="9274035" y="2019701"/>
                  </a:cubicBezTo>
                  <a:cubicBezTo>
                    <a:pt x="9972622" y="1108415"/>
                    <a:pt x="10951757" y="347831"/>
                    <a:pt x="12151140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2;p1"/>
            <p:cNvSpPr/>
            <p:nvPr/>
          </p:nvSpPr>
          <p:spPr>
            <a:xfrm>
              <a:off x="37934" y="9116230"/>
              <a:ext cx="12147742" cy="3149423"/>
            </a:xfrm>
            <a:custGeom>
              <a:avLst/>
              <a:gdLst/>
              <a:ahLst/>
              <a:cxnLst/>
              <a:rect l="l" t="t" r="r" b="b"/>
              <a:pathLst>
                <a:path w="12147742" h="3149423" extrusionOk="0">
                  <a:moveTo>
                    <a:pt x="0" y="1048399"/>
                  </a:moveTo>
                  <a:cubicBezTo>
                    <a:pt x="94837" y="1289030"/>
                    <a:pt x="307348" y="1526170"/>
                    <a:pt x="564305" y="1649412"/>
                  </a:cubicBezTo>
                  <a:cubicBezTo>
                    <a:pt x="804559" y="1764632"/>
                    <a:pt x="1077935" y="1762367"/>
                    <a:pt x="1277707" y="1679231"/>
                  </a:cubicBezTo>
                  <a:cubicBezTo>
                    <a:pt x="1439921" y="1611760"/>
                    <a:pt x="1547214" y="1490689"/>
                    <a:pt x="1696405" y="1404439"/>
                  </a:cubicBezTo>
                  <a:cubicBezTo>
                    <a:pt x="1849277" y="1316019"/>
                    <a:pt x="2070847" y="1252605"/>
                    <a:pt x="2278168" y="1305073"/>
                  </a:cubicBezTo>
                  <a:cubicBezTo>
                    <a:pt x="2505022" y="1362541"/>
                    <a:pt x="2701396" y="1398211"/>
                    <a:pt x="2867196" y="1438694"/>
                  </a:cubicBezTo>
                  <a:cubicBezTo>
                    <a:pt x="2999024" y="1470873"/>
                    <a:pt x="3120945" y="1502391"/>
                    <a:pt x="3248055" y="1555801"/>
                  </a:cubicBezTo>
                  <a:cubicBezTo>
                    <a:pt x="3276742" y="1567880"/>
                    <a:pt x="3306467" y="1581563"/>
                    <a:pt x="3337324" y="1596944"/>
                  </a:cubicBezTo>
                  <a:cubicBezTo>
                    <a:pt x="3505012" y="1680175"/>
                    <a:pt x="3711294" y="1834556"/>
                    <a:pt x="3830477" y="2009227"/>
                  </a:cubicBezTo>
                  <a:cubicBezTo>
                    <a:pt x="3908801" y="2123975"/>
                    <a:pt x="3951831" y="2224002"/>
                    <a:pt x="4020435" y="2291473"/>
                  </a:cubicBezTo>
                  <a:cubicBezTo>
                    <a:pt x="4048556" y="2319122"/>
                    <a:pt x="4077620" y="2341959"/>
                    <a:pt x="4113573" y="2359700"/>
                  </a:cubicBezTo>
                  <a:cubicBezTo>
                    <a:pt x="4265785" y="2434814"/>
                    <a:pt x="4533216" y="2360360"/>
                    <a:pt x="4684389" y="2177952"/>
                  </a:cubicBezTo>
                  <a:cubicBezTo>
                    <a:pt x="4808197" y="2028571"/>
                    <a:pt x="4878404" y="1828234"/>
                    <a:pt x="5042034" y="1699331"/>
                  </a:cubicBezTo>
                  <a:cubicBezTo>
                    <a:pt x="5255866" y="1531549"/>
                    <a:pt x="5551795" y="1504089"/>
                    <a:pt x="5783840" y="1579487"/>
                  </a:cubicBezTo>
                  <a:cubicBezTo>
                    <a:pt x="6010222" y="1653092"/>
                    <a:pt x="6191970" y="1814268"/>
                    <a:pt x="6353995" y="1994128"/>
                  </a:cubicBezTo>
                  <a:cubicBezTo>
                    <a:pt x="6496392" y="2152285"/>
                    <a:pt x="6628409" y="2335448"/>
                    <a:pt x="6767032" y="2520215"/>
                  </a:cubicBezTo>
                  <a:cubicBezTo>
                    <a:pt x="6788264" y="2548430"/>
                    <a:pt x="6809402" y="2576268"/>
                    <a:pt x="6830918" y="2603540"/>
                  </a:cubicBezTo>
                  <a:cubicBezTo>
                    <a:pt x="7024272" y="2848229"/>
                    <a:pt x="7239330" y="3026296"/>
                    <a:pt x="7494494" y="3105186"/>
                  </a:cubicBezTo>
                  <a:cubicBezTo>
                    <a:pt x="7682659" y="3164164"/>
                    <a:pt x="7892716" y="3165296"/>
                    <a:pt x="8082391" y="3101788"/>
                  </a:cubicBezTo>
                  <a:cubicBezTo>
                    <a:pt x="8255645" y="3043754"/>
                    <a:pt x="8403704" y="2945142"/>
                    <a:pt x="8536193" y="2822939"/>
                  </a:cubicBezTo>
                  <a:cubicBezTo>
                    <a:pt x="8754838" y="2621375"/>
                    <a:pt x="8930640" y="2356491"/>
                    <a:pt x="9122107" y="2108027"/>
                  </a:cubicBezTo>
                  <a:cubicBezTo>
                    <a:pt x="9169478" y="2046123"/>
                    <a:pt x="9218077" y="1984503"/>
                    <a:pt x="9267902" y="1923637"/>
                  </a:cubicBezTo>
                  <a:cubicBezTo>
                    <a:pt x="9979604" y="1051419"/>
                    <a:pt x="10959023" y="326976"/>
                    <a:pt x="12147742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;p1"/>
            <p:cNvSpPr/>
            <p:nvPr/>
          </p:nvSpPr>
          <p:spPr>
            <a:xfrm>
              <a:off x="40954" y="9240698"/>
              <a:ext cx="12144534" cy="2972959"/>
            </a:xfrm>
            <a:custGeom>
              <a:avLst/>
              <a:gdLst/>
              <a:ahLst/>
              <a:cxnLst/>
              <a:rect l="l" t="t" r="r" b="b"/>
              <a:pathLst>
                <a:path w="12144534" h="2972959" extrusionOk="0">
                  <a:moveTo>
                    <a:pt x="0" y="806446"/>
                  </a:moveTo>
                  <a:cubicBezTo>
                    <a:pt x="93610" y="1040567"/>
                    <a:pt x="300648" y="1275914"/>
                    <a:pt x="551943" y="1403307"/>
                  </a:cubicBezTo>
                  <a:cubicBezTo>
                    <a:pt x="784931" y="1521358"/>
                    <a:pt x="1050664" y="1527397"/>
                    <a:pt x="1246377" y="1456906"/>
                  </a:cubicBezTo>
                  <a:cubicBezTo>
                    <a:pt x="1405572" y="1399627"/>
                    <a:pt x="1512393" y="1290257"/>
                    <a:pt x="1659320" y="1215142"/>
                  </a:cubicBezTo>
                  <a:cubicBezTo>
                    <a:pt x="1811342" y="1137385"/>
                    <a:pt x="2028666" y="1084163"/>
                    <a:pt x="2231363" y="1135309"/>
                  </a:cubicBezTo>
                  <a:cubicBezTo>
                    <a:pt x="2463690" y="1193910"/>
                    <a:pt x="2667708" y="1221182"/>
                    <a:pt x="2840396" y="1251567"/>
                  </a:cubicBezTo>
                  <a:cubicBezTo>
                    <a:pt x="2978264" y="1275819"/>
                    <a:pt x="3106318" y="1298090"/>
                    <a:pt x="3240505" y="1345083"/>
                  </a:cubicBezTo>
                  <a:cubicBezTo>
                    <a:pt x="3270797" y="1355747"/>
                    <a:pt x="3302126" y="1368014"/>
                    <a:pt x="3334588" y="1382263"/>
                  </a:cubicBezTo>
                  <a:cubicBezTo>
                    <a:pt x="3510956" y="1459077"/>
                    <a:pt x="3726864" y="1613647"/>
                    <a:pt x="3845104" y="1796055"/>
                  </a:cubicBezTo>
                  <a:cubicBezTo>
                    <a:pt x="3922484" y="1915522"/>
                    <a:pt x="3960324" y="2021777"/>
                    <a:pt x="4024870" y="2096703"/>
                  </a:cubicBezTo>
                  <a:cubicBezTo>
                    <a:pt x="4051481" y="2127561"/>
                    <a:pt x="4079413" y="2153606"/>
                    <a:pt x="4115178" y="2174744"/>
                  </a:cubicBezTo>
                  <a:cubicBezTo>
                    <a:pt x="4266728" y="2264296"/>
                    <a:pt x="4547465" y="2199562"/>
                    <a:pt x="4707698" y="2016776"/>
                  </a:cubicBezTo>
                  <a:cubicBezTo>
                    <a:pt x="4833581" y="1873058"/>
                    <a:pt x="4906620" y="1677249"/>
                    <a:pt x="5068928" y="1550328"/>
                  </a:cubicBezTo>
                  <a:cubicBezTo>
                    <a:pt x="5281533" y="1384717"/>
                    <a:pt x="5571801" y="1351500"/>
                    <a:pt x="5802524" y="1418877"/>
                  </a:cubicBezTo>
                  <a:cubicBezTo>
                    <a:pt x="6026831" y="1484272"/>
                    <a:pt x="6210560" y="1636012"/>
                    <a:pt x="6374472" y="1808417"/>
                  </a:cubicBezTo>
                  <a:cubicBezTo>
                    <a:pt x="6518852" y="1960345"/>
                    <a:pt x="6652473" y="2138601"/>
                    <a:pt x="6788736" y="2322237"/>
                  </a:cubicBezTo>
                  <a:cubicBezTo>
                    <a:pt x="6809591" y="2350263"/>
                    <a:pt x="6830257" y="2377912"/>
                    <a:pt x="6851206" y="2405089"/>
                  </a:cubicBezTo>
                  <a:cubicBezTo>
                    <a:pt x="7039276" y="2648929"/>
                    <a:pt x="7241029" y="2830960"/>
                    <a:pt x="7486756" y="2918342"/>
                  </a:cubicBezTo>
                  <a:cubicBezTo>
                    <a:pt x="7668221" y="2982888"/>
                    <a:pt x="7873560" y="2991758"/>
                    <a:pt x="8061158" y="2936744"/>
                  </a:cubicBezTo>
                  <a:cubicBezTo>
                    <a:pt x="8232337" y="2886541"/>
                    <a:pt x="8380868" y="2796045"/>
                    <a:pt x="8514772" y="2681863"/>
                  </a:cubicBezTo>
                  <a:cubicBezTo>
                    <a:pt x="8736059" y="2493227"/>
                    <a:pt x="8917335" y="2240988"/>
                    <a:pt x="9113143" y="2003659"/>
                  </a:cubicBezTo>
                  <a:cubicBezTo>
                    <a:pt x="9161552" y="1944586"/>
                    <a:pt x="9211188" y="1885702"/>
                    <a:pt x="9261957" y="1827479"/>
                  </a:cubicBezTo>
                  <a:cubicBezTo>
                    <a:pt x="9986871" y="994328"/>
                    <a:pt x="10966477" y="306121"/>
                    <a:pt x="12144535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4;p1"/>
            <p:cNvSpPr/>
            <p:nvPr/>
          </p:nvSpPr>
          <p:spPr>
            <a:xfrm>
              <a:off x="44068" y="9364883"/>
              <a:ext cx="12141514" cy="2797895"/>
            </a:xfrm>
            <a:custGeom>
              <a:avLst/>
              <a:gdLst/>
              <a:ahLst/>
              <a:cxnLst/>
              <a:rect l="l" t="t" r="r" b="b"/>
              <a:pathLst>
                <a:path w="12141514" h="2797895" extrusionOk="0">
                  <a:moveTo>
                    <a:pt x="0" y="564776"/>
                  </a:moveTo>
                  <a:cubicBezTo>
                    <a:pt x="92384" y="792480"/>
                    <a:pt x="294042" y="1025940"/>
                    <a:pt x="539581" y="1157485"/>
                  </a:cubicBezTo>
                  <a:cubicBezTo>
                    <a:pt x="765303" y="1278367"/>
                    <a:pt x="1023486" y="1292616"/>
                    <a:pt x="1215048" y="1234959"/>
                  </a:cubicBezTo>
                  <a:cubicBezTo>
                    <a:pt x="1371128" y="1187965"/>
                    <a:pt x="1477761" y="1090203"/>
                    <a:pt x="1622234" y="1026223"/>
                  </a:cubicBezTo>
                  <a:cubicBezTo>
                    <a:pt x="1773691" y="959129"/>
                    <a:pt x="1986484" y="916099"/>
                    <a:pt x="2184463" y="965829"/>
                  </a:cubicBezTo>
                  <a:cubicBezTo>
                    <a:pt x="2422169" y="1025657"/>
                    <a:pt x="2633925" y="1044436"/>
                    <a:pt x="2813502" y="1064724"/>
                  </a:cubicBezTo>
                  <a:cubicBezTo>
                    <a:pt x="2957315" y="1080955"/>
                    <a:pt x="3091503" y="1094072"/>
                    <a:pt x="3232767" y="1134649"/>
                  </a:cubicBezTo>
                  <a:cubicBezTo>
                    <a:pt x="3264663" y="1143802"/>
                    <a:pt x="3297502" y="1154843"/>
                    <a:pt x="3331662" y="1167865"/>
                  </a:cubicBezTo>
                  <a:cubicBezTo>
                    <a:pt x="3516713" y="1238356"/>
                    <a:pt x="3742246" y="1392927"/>
                    <a:pt x="3859636" y="1583167"/>
                  </a:cubicBezTo>
                  <a:cubicBezTo>
                    <a:pt x="3936167" y="1707258"/>
                    <a:pt x="3968628" y="1819835"/>
                    <a:pt x="4029305" y="1902122"/>
                  </a:cubicBezTo>
                  <a:cubicBezTo>
                    <a:pt x="4054406" y="1936093"/>
                    <a:pt x="4081301" y="1965535"/>
                    <a:pt x="4116782" y="1989976"/>
                  </a:cubicBezTo>
                  <a:cubicBezTo>
                    <a:pt x="4267672" y="2093967"/>
                    <a:pt x="4561431" y="2038952"/>
                    <a:pt x="4731006" y="1855694"/>
                  </a:cubicBezTo>
                  <a:cubicBezTo>
                    <a:pt x="4858871" y="1717543"/>
                    <a:pt x="4934835" y="1526359"/>
                    <a:pt x="5095822" y="1401325"/>
                  </a:cubicBezTo>
                  <a:cubicBezTo>
                    <a:pt x="5307106" y="1237885"/>
                    <a:pt x="5591712" y="1199006"/>
                    <a:pt x="5821208" y="1258173"/>
                  </a:cubicBezTo>
                  <a:cubicBezTo>
                    <a:pt x="6043345" y="1315453"/>
                    <a:pt x="6229150" y="1457661"/>
                    <a:pt x="6394949" y="1622612"/>
                  </a:cubicBezTo>
                  <a:cubicBezTo>
                    <a:pt x="6541310" y="1768217"/>
                    <a:pt x="6676536" y="1941567"/>
                    <a:pt x="6810346" y="2124069"/>
                  </a:cubicBezTo>
                  <a:cubicBezTo>
                    <a:pt x="6830823" y="2151907"/>
                    <a:pt x="6851017" y="2179367"/>
                    <a:pt x="6871400" y="2206545"/>
                  </a:cubicBezTo>
                  <a:cubicBezTo>
                    <a:pt x="7054092" y="2449441"/>
                    <a:pt x="7242539" y="2636095"/>
                    <a:pt x="7479018" y="2731405"/>
                  </a:cubicBezTo>
                  <a:cubicBezTo>
                    <a:pt x="7653689" y="2801801"/>
                    <a:pt x="7854404" y="2818126"/>
                    <a:pt x="8040020" y="2771604"/>
                  </a:cubicBezTo>
                  <a:cubicBezTo>
                    <a:pt x="8209217" y="2729234"/>
                    <a:pt x="8358220" y="2646853"/>
                    <a:pt x="8493540" y="2540692"/>
                  </a:cubicBezTo>
                  <a:cubicBezTo>
                    <a:pt x="8717468" y="2364984"/>
                    <a:pt x="8904595" y="2125768"/>
                    <a:pt x="9104461" y="1899197"/>
                  </a:cubicBezTo>
                  <a:cubicBezTo>
                    <a:pt x="9154097" y="1842955"/>
                    <a:pt x="9204583" y="1786713"/>
                    <a:pt x="9256295" y="1731321"/>
                  </a:cubicBezTo>
                  <a:cubicBezTo>
                    <a:pt x="9994326" y="937236"/>
                    <a:pt x="10974215" y="285266"/>
                    <a:pt x="12141514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5;p1"/>
            <p:cNvSpPr/>
            <p:nvPr/>
          </p:nvSpPr>
          <p:spPr>
            <a:xfrm>
              <a:off x="47088" y="9489162"/>
              <a:ext cx="12138212" cy="2624367"/>
            </a:xfrm>
            <a:custGeom>
              <a:avLst/>
              <a:gdLst/>
              <a:ahLst/>
              <a:cxnLst/>
              <a:rect l="l" t="t" r="r" b="b"/>
              <a:pathLst>
                <a:path w="12138212" h="2624367" extrusionOk="0">
                  <a:moveTo>
                    <a:pt x="0" y="323012"/>
                  </a:moveTo>
                  <a:cubicBezTo>
                    <a:pt x="91157" y="544205"/>
                    <a:pt x="287437" y="775872"/>
                    <a:pt x="527313" y="911569"/>
                  </a:cubicBezTo>
                  <a:cubicBezTo>
                    <a:pt x="745769" y="1035188"/>
                    <a:pt x="996404" y="1057835"/>
                    <a:pt x="1183813" y="1012823"/>
                  </a:cubicBezTo>
                  <a:cubicBezTo>
                    <a:pt x="1336874" y="976021"/>
                    <a:pt x="1443318" y="890054"/>
                    <a:pt x="1585243" y="837115"/>
                  </a:cubicBezTo>
                  <a:cubicBezTo>
                    <a:pt x="1736228" y="780779"/>
                    <a:pt x="1944398" y="747751"/>
                    <a:pt x="2137752" y="796255"/>
                  </a:cubicBezTo>
                  <a:cubicBezTo>
                    <a:pt x="2380837" y="857215"/>
                    <a:pt x="2600331" y="867500"/>
                    <a:pt x="2786797" y="877786"/>
                  </a:cubicBezTo>
                  <a:cubicBezTo>
                    <a:pt x="2936649" y="885996"/>
                    <a:pt x="3076970" y="889959"/>
                    <a:pt x="3225313" y="924120"/>
                  </a:cubicBezTo>
                  <a:cubicBezTo>
                    <a:pt x="3258718" y="931858"/>
                    <a:pt x="3293256" y="941483"/>
                    <a:pt x="3328926" y="953373"/>
                  </a:cubicBezTo>
                  <a:cubicBezTo>
                    <a:pt x="3522752" y="1017447"/>
                    <a:pt x="3757816" y="1172206"/>
                    <a:pt x="3874263" y="1370090"/>
                  </a:cubicBezTo>
                  <a:cubicBezTo>
                    <a:pt x="3949944" y="1498804"/>
                    <a:pt x="3976932" y="1617799"/>
                    <a:pt x="4033835" y="1707446"/>
                  </a:cubicBezTo>
                  <a:cubicBezTo>
                    <a:pt x="4057426" y="1744626"/>
                    <a:pt x="4083188" y="1777277"/>
                    <a:pt x="4118480" y="1805115"/>
                  </a:cubicBezTo>
                  <a:cubicBezTo>
                    <a:pt x="4268616" y="1923637"/>
                    <a:pt x="4575303" y="1877965"/>
                    <a:pt x="4754408" y="1694613"/>
                  </a:cubicBezTo>
                  <a:cubicBezTo>
                    <a:pt x="4883972" y="1561935"/>
                    <a:pt x="4963145" y="1375563"/>
                    <a:pt x="5122716" y="1252417"/>
                  </a:cubicBezTo>
                  <a:cubicBezTo>
                    <a:pt x="5332773" y="1091052"/>
                    <a:pt x="5611717" y="1046700"/>
                    <a:pt x="5839893" y="1097658"/>
                  </a:cubicBezTo>
                  <a:cubicBezTo>
                    <a:pt x="6059953" y="1146822"/>
                    <a:pt x="6247740" y="1279594"/>
                    <a:pt x="6415427" y="1436901"/>
                  </a:cubicBezTo>
                  <a:cubicBezTo>
                    <a:pt x="6563769" y="1576184"/>
                    <a:pt x="6700599" y="1744720"/>
                    <a:pt x="6832050" y="1926091"/>
                  </a:cubicBezTo>
                  <a:cubicBezTo>
                    <a:pt x="6852150" y="1953740"/>
                    <a:pt x="6871872" y="1981106"/>
                    <a:pt x="6891594" y="2008094"/>
                  </a:cubicBezTo>
                  <a:cubicBezTo>
                    <a:pt x="7069001" y="2250047"/>
                    <a:pt x="7244143" y="2441325"/>
                    <a:pt x="7471186" y="2544561"/>
                  </a:cubicBezTo>
                  <a:cubicBezTo>
                    <a:pt x="7639157" y="2620903"/>
                    <a:pt x="7835059" y="2644494"/>
                    <a:pt x="8018788" y="2606559"/>
                  </a:cubicBezTo>
                  <a:cubicBezTo>
                    <a:pt x="8185909" y="2572021"/>
                    <a:pt x="8335384" y="2497850"/>
                    <a:pt x="8472119" y="2399616"/>
                  </a:cubicBezTo>
                  <a:cubicBezTo>
                    <a:pt x="8698784" y="2236836"/>
                    <a:pt x="8891195" y="2010265"/>
                    <a:pt x="9095496" y="1794828"/>
                  </a:cubicBezTo>
                  <a:cubicBezTo>
                    <a:pt x="9146170" y="1741418"/>
                    <a:pt x="9197694" y="1687913"/>
                    <a:pt x="9250255" y="1635162"/>
                  </a:cubicBezTo>
                  <a:cubicBezTo>
                    <a:pt x="10001498" y="880145"/>
                    <a:pt x="10981576" y="264317"/>
                    <a:pt x="12138212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6;p1"/>
            <p:cNvSpPr/>
            <p:nvPr/>
          </p:nvSpPr>
          <p:spPr>
            <a:xfrm>
              <a:off x="50107" y="9613818"/>
              <a:ext cx="12135097" cy="2452279"/>
            </a:xfrm>
            <a:custGeom>
              <a:avLst/>
              <a:gdLst/>
              <a:ahLst/>
              <a:cxnLst/>
              <a:rect l="l" t="t" r="r" b="b"/>
              <a:pathLst>
                <a:path w="12135097" h="2452279" extrusionOk="0">
                  <a:moveTo>
                    <a:pt x="0" y="80871"/>
                  </a:moveTo>
                  <a:cubicBezTo>
                    <a:pt x="89930" y="295552"/>
                    <a:pt x="280831" y="525332"/>
                    <a:pt x="514952" y="665276"/>
                  </a:cubicBezTo>
                  <a:cubicBezTo>
                    <a:pt x="726141" y="791536"/>
                    <a:pt x="969226" y="822677"/>
                    <a:pt x="1152484" y="790310"/>
                  </a:cubicBezTo>
                  <a:cubicBezTo>
                    <a:pt x="1302525" y="763793"/>
                    <a:pt x="1408969" y="689716"/>
                    <a:pt x="1548252" y="647629"/>
                  </a:cubicBezTo>
                  <a:cubicBezTo>
                    <a:pt x="1698953" y="602051"/>
                    <a:pt x="1902311" y="579120"/>
                    <a:pt x="2091041" y="626303"/>
                  </a:cubicBezTo>
                  <a:cubicBezTo>
                    <a:pt x="2339600" y="688395"/>
                    <a:pt x="2566737" y="694529"/>
                    <a:pt x="2760091" y="690471"/>
                  </a:cubicBezTo>
                  <a:cubicBezTo>
                    <a:pt x="2915889" y="687168"/>
                    <a:pt x="3062438" y="685470"/>
                    <a:pt x="3217858" y="713213"/>
                  </a:cubicBezTo>
                  <a:cubicBezTo>
                    <a:pt x="3252867" y="719536"/>
                    <a:pt x="3289009" y="727840"/>
                    <a:pt x="3326283" y="738503"/>
                  </a:cubicBezTo>
                  <a:cubicBezTo>
                    <a:pt x="3528792" y="796255"/>
                    <a:pt x="3773481" y="951014"/>
                    <a:pt x="3888984" y="1156730"/>
                  </a:cubicBezTo>
                  <a:cubicBezTo>
                    <a:pt x="3963815" y="1290068"/>
                    <a:pt x="3985425" y="1415386"/>
                    <a:pt x="4038364" y="1512488"/>
                  </a:cubicBezTo>
                  <a:cubicBezTo>
                    <a:pt x="4060351" y="1552876"/>
                    <a:pt x="4085075" y="1588829"/>
                    <a:pt x="4120085" y="1620064"/>
                  </a:cubicBezTo>
                  <a:cubicBezTo>
                    <a:pt x="4269465" y="1753025"/>
                    <a:pt x="4588892" y="1716694"/>
                    <a:pt x="4777717" y="1533342"/>
                  </a:cubicBezTo>
                  <a:cubicBezTo>
                    <a:pt x="4908979" y="1405949"/>
                    <a:pt x="4991265" y="1224485"/>
                    <a:pt x="5149611" y="1103320"/>
                  </a:cubicBezTo>
                  <a:cubicBezTo>
                    <a:pt x="5358347" y="944125"/>
                    <a:pt x="5631723" y="894112"/>
                    <a:pt x="5858483" y="936859"/>
                  </a:cubicBezTo>
                  <a:cubicBezTo>
                    <a:pt x="6076372" y="977908"/>
                    <a:pt x="6266235" y="1101149"/>
                    <a:pt x="6435810" y="1251001"/>
                  </a:cubicBezTo>
                  <a:cubicBezTo>
                    <a:pt x="6586228" y="1383962"/>
                    <a:pt x="6724568" y="1547591"/>
                    <a:pt x="6853659" y="1727924"/>
                  </a:cubicBezTo>
                  <a:cubicBezTo>
                    <a:pt x="6873382" y="1755384"/>
                    <a:pt x="6892632" y="1782561"/>
                    <a:pt x="6911789" y="1809550"/>
                  </a:cubicBezTo>
                  <a:cubicBezTo>
                    <a:pt x="7083816" y="2050653"/>
                    <a:pt x="7245653" y="2246461"/>
                    <a:pt x="7463448" y="2357623"/>
                  </a:cubicBezTo>
                  <a:cubicBezTo>
                    <a:pt x="7624624" y="2439910"/>
                    <a:pt x="7815903" y="2470768"/>
                    <a:pt x="7997556" y="2441420"/>
                  </a:cubicBezTo>
                  <a:cubicBezTo>
                    <a:pt x="8162695" y="2414715"/>
                    <a:pt x="8312642" y="2348659"/>
                    <a:pt x="8450792" y="2258446"/>
                  </a:cubicBezTo>
                  <a:cubicBezTo>
                    <a:pt x="8680194" y="2108594"/>
                    <a:pt x="8877890" y="1894762"/>
                    <a:pt x="9086626" y="1690461"/>
                  </a:cubicBezTo>
                  <a:cubicBezTo>
                    <a:pt x="9138338" y="1639787"/>
                    <a:pt x="9190900" y="1589018"/>
                    <a:pt x="9244405" y="1539004"/>
                  </a:cubicBezTo>
                  <a:cubicBezTo>
                    <a:pt x="10008858" y="823054"/>
                    <a:pt x="10989125" y="243463"/>
                    <a:pt x="12135098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7;p1"/>
            <p:cNvSpPr/>
            <p:nvPr/>
          </p:nvSpPr>
          <p:spPr>
            <a:xfrm>
              <a:off x="53127" y="9577110"/>
              <a:ext cx="12131983" cy="2442840"/>
            </a:xfrm>
            <a:custGeom>
              <a:avLst/>
              <a:gdLst/>
              <a:ahLst/>
              <a:cxnLst/>
              <a:rect l="l" t="t" r="r" b="b"/>
              <a:pathLst>
                <a:path w="12131983" h="2442840" extrusionOk="0">
                  <a:moveTo>
                    <a:pt x="0" y="0"/>
                  </a:moveTo>
                  <a:cubicBezTo>
                    <a:pt x="88703" y="208264"/>
                    <a:pt x="274226" y="435968"/>
                    <a:pt x="502590" y="580347"/>
                  </a:cubicBezTo>
                  <a:cubicBezTo>
                    <a:pt x="706608" y="709250"/>
                    <a:pt x="942049" y="748883"/>
                    <a:pt x="1121249" y="729161"/>
                  </a:cubicBezTo>
                  <a:cubicBezTo>
                    <a:pt x="1268270" y="712930"/>
                    <a:pt x="1374903" y="650838"/>
                    <a:pt x="1511261" y="619508"/>
                  </a:cubicBezTo>
                  <a:cubicBezTo>
                    <a:pt x="1661773" y="584876"/>
                    <a:pt x="1860224" y="571760"/>
                    <a:pt x="2044236" y="617621"/>
                  </a:cubicBezTo>
                  <a:cubicBezTo>
                    <a:pt x="2298173" y="680940"/>
                    <a:pt x="2532954" y="674146"/>
                    <a:pt x="2733292" y="664426"/>
                  </a:cubicBezTo>
                  <a:cubicBezTo>
                    <a:pt x="2895034" y="656594"/>
                    <a:pt x="3047811" y="642251"/>
                    <a:pt x="3210214" y="663577"/>
                  </a:cubicBezTo>
                  <a:cubicBezTo>
                    <a:pt x="3246828" y="668390"/>
                    <a:pt x="3284574" y="675373"/>
                    <a:pt x="3323453" y="684904"/>
                  </a:cubicBezTo>
                  <a:cubicBezTo>
                    <a:pt x="3534642" y="736238"/>
                    <a:pt x="3789051" y="891092"/>
                    <a:pt x="3903610" y="1104641"/>
                  </a:cubicBezTo>
                  <a:cubicBezTo>
                    <a:pt x="3977687" y="1242603"/>
                    <a:pt x="3993729" y="1374337"/>
                    <a:pt x="4042894" y="1478705"/>
                  </a:cubicBezTo>
                  <a:cubicBezTo>
                    <a:pt x="4063371" y="1522207"/>
                    <a:pt x="4086962" y="1561463"/>
                    <a:pt x="4121783" y="1596095"/>
                  </a:cubicBezTo>
                  <a:cubicBezTo>
                    <a:pt x="4270503" y="1743588"/>
                    <a:pt x="4602386" y="1716222"/>
                    <a:pt x="4801025" y="1533154"/>
                  </a:cubicBezTo>
                  <a:cubicBezTo>
                    <a:pt x="4933703" y="1410856"/>
                    <a:pt x="5019481" y="1234487"/>
                    <a:pt x="5176410" y="1115210"/>
                  </a:cubicBezTo>
                  <a:cubicBezTo>
                    <a:pt x="5383919" y="958186"/>
                    <a:pt x="5651540" y="902604"/>
                    <a:pt x="5877073" y="937142"/>
                  </a:cubicBezTo>
                  <a:cubicBezTo>
                    <a:pt x="6092792" y="970170"/>
                    <a:pt x="6284825" y="1083786"/>
                    <a:pt x="6456193" y="1226183"/>
                  </a:cubicBezTo>
                  <a:cubicBezTo>
                    <a:pt x="6608593" y="1352821"/>
                    <a:pt x="6748442" y="1511638"/>
                    <a:pt x="6875269" y="1690838"/>
                  </a:cubicBezTo>
                  <a:cubicBezTo>
                    <a:pt x="6894614" y="1718015"/>
                    <a:pt x="6913393" y="1745193"/>
                    <a:pt x="6931982" y="1771992"/>
                  </a:cubicBezTo>
                  <a:cubicBezTo>
                    <a:pt x="7098726" y="2012152"/>
                    <a:pt x="7247163" y="2212584"/>
                    <a:pt x="7455616" y="2331673"/>
                  </a:cubicBezTo>
                  <a:cubicBezTo>
                    <a:pt x="7609998" y="2419905"/>
                    <a:pt x="7796558" y="2458123"/>
                    <a:pt x="7976324" y="2437268"/>
                  </a:cubicBezTo>
                  <a:cubicBezTo>
                    <a:pt x="8139387" y="2418395"/>
                    <a:pt x="8289900" y="2360549"/>
                    <a:pt x="8429372" y="2278262"/>
                  </a:cubicBezTo>
                  <a:cubicBezTo>
                    <a:pt x="8661510" y="2141433"/>
                    <a:pt x="8864490" y="1940151"/>
                    <a:pt x="9077755" y="1746985"/>
                  </a:cubicBezTo>
                  <a:cubicBezTo>
                    <a:pt x="9130600" y="1699142"/>
                    <a:pt x="9184105" y="1651110"/>
                    <a:pt x="9238554" y="1603833"/>
                  </a:cubicBezTo>
                  <a:cubicBezTo>
                    <a:pt x="10016125" y="926951"/>
                    <a:pt x="10996674" y="383595"/>
                    <a:pt x="12131984" y="160893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8;p1"/>
            <p:cNvSpPr/>
            <p:nvPr/>
          </p:nvSpPr>
          <p:spPr>
            <a:xfrm>
              <a:off x="56241" y="9459625"/>
              <a:ext cx="12128775" cy="2516043"/>
            </a:xfrm>
            <a:custGeom>
              <a:avLst/>
              <a:gdLst/>
              <a:ahLst/>
              <a:cxnLst/>
              <a:rect l="l" t="t" r="r" b="b"/>
              <a:pathLst>
                <a:path w="12128775" h="2516043" extrusionOk="0">
                  <a:moveTo>
                    <a:pt x="0" y="0"/>
                  </a:moveTo>
                  <a:cubicBezTo>
                    <a:pt x="87382" y="201753"/>
                    <a:pt x="267620" y="427475"/>
                    <a:pt x="490228" y="576195"/>
                  </a:cubicBezTo>
                  <a:cubicBezTo>
                    <a:pt x="687074" y="707646"/>
                    <a:pt x="914966" y="755961"/>
                    <a:pt x="1089920" y="748789"/>
                  </a:cubicBezTo>
                  <a:cubicBezTo>
                    <a:pt x="1233921" y="742938"/>
                    <a:pt x="1340837" y="692925"/>
                    <a:pt x="1474175" y="672164"/>
                  </a:cubicBezTo>
                  <a:cubicBezTo>
                    <a:pt x="1624688" y="648667"/>
                    <a:pt x="1818042" y="645270"/>
                    <a:pt x="1997431" y="689811"/>
                  </a:cubicBezTo>
                  <a:cubicBezTo>
                    <a:pt x="2256747" y="754262"/>
                    <a:pt x="2499171" y="738880"/>
                    <a:pt x="2706492" y="719253"/>
                  </a:cubicBezTo>
                  <a:cubicBezTo>
                    <a:pt x="2874179" y="703305"/>
                    <a:pt x="3033185" y="679902"/>
                    <a:pt x="3202665" y="694812"/>
                  </a:cubicBezTo>
                  <a:cubicBezTo>
                    <a:pt x="3240883" y="698209"/>
                    <a:pt x="3280139" y="703871"/>
                    <a:pt x="3320622" y="712175"/>
                  </a:cubicBezTo>
                  <a:cubicBezTo>
                    <a:pt x="3540587" y="757093"/>
                    <a:pt x="3804527" y="912135"/>
                    <a:pt x="3918143" y="1133328"/>
                  </a:cubicBezTo>
                  <a:cubicBezTo>
                    <a:pt x="3991370" y="1276008"/>
                    <a:pt x="4001939" y="1413970"/>
                    <a:pt x="4047235" y="1525793"/>
                  </a:cubicBezTo>
                  <a:cubicBezTo>
                    <a:pt x="4066108" y="1572504"/>
                    <a:pt x="4088661" y="1615063"/>
                    <a:pt x="4123293" y="1652998"/>
                  </a:cubicBezTo>
                  <a:cubicBezTo>
                    <a:pt x="4271163" y="1814928"/>
                    <a:pt x="4615503" y="1796433"/>
                    <a:pt x="4824239" y="1613836"/>
                  </a:cubicBezTo>
                  <a:cubicBezTo>
                    <a:pt x="4958332" y="1496540"/>
                    <a:pt x="5047601" y="1325455"/>
                    <a:pt x="5203210" y="1208065"/>
                  </a:cubicBezTo>
                  <a:cubicBezTo>
                    <a:pt x="5409398" y="1053212"/>
                    <a:pt x="5671356" y="992063"/>
                    <a:pt x="5895662" y="1018296"/>
                  </a:cubicBezTo>
                  <a:cubicBezTo>
                    <a:pt x="6109211" y="1043303"/>
                    <a:pt x="6303321" y="1147294"/>
                    <a:pt x="6476575" y="1282236"/>
                  </a:cubicBezTo>
                  <a:cubicBezTo>
                    <a:pt x="6631051" y="1402458"/>
                    <a:pt x="6772411" y="1556556"/>
                    <a:pt x="6896879" y="1734624"/>
                  </a:cubicBezTo>
                  <a:cubicBezTo>
                    <a:pt x="6915846" y="1761612"/>
                    <a:pt x="6934153" y="1788601"/>
                    <a:pt x="6952082" y="1815400"/>
                  </a:cubicBezTo>
                  <a:cubicBezTo>
                    <a:pt x="7113447" y="2054616"/>
                    <a:pt x="7248578" y="2259672"/>
                    <a:pt x="7447784" y="2386688"/>
                  </a:cubicBezTo>
                  <a:cubicBezTo>
                    <a:pt x="7595371" y="2480770"/>
                    <a:pt x="7777307" y="2526349"/>
                    <a:pt x="7955091" y="2514081"/>
                  </a:cubicBezTo>
                  <a:cubicBezTo>
                    <a:pt x="8116079" y="2503040"/>
                    <a:pt x="8267157" y="2453310"/>
                    <a:pt x="8407951" y="2379045"/>
                  </a:cubicBezTo>
                  <a:cubicBezTo>
                    <a:pt x="8642826" y="2255143"/>
                    <a:pt x="8851090" y="2066506"/>
                    <a:pt x="9068791" y="1884476"/>
                  </a:cubicBezTo>
                  <a:cubicBezTo>
                    <a:pt x="9122674" y="1839369"/>
                    <a:pt x="9177216" y="1794074"/>
                    <a:pt x="9232609" y="1749533"/>
                  </a:cubicBezTo>
                  <a:cubicBezTo>
                    <a:pt x="10023391" y="1111718"/>
                    <a:pt x="11004129" y="604504"/>
                    <a:pt x="12128775" y="402751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9;p1"/>
            <p:cNvSpPr/>
            <p:nvPr/>
          </p:nvSpPr>
          <p:spPr>
            <a:xfrm>
              <a:off x="59261" y="9342141"/>
              <a:ext cx="12125566" cy="2591074"/>
            </a:xfrm>
            <a:custGeom>
              <a:avLst/>
              <a:gdLst/>
              <a:ahLst/>
              <a:cxnLst/>
              <a:rect l="l" t="t" r="r" b="b"/>
              <a:pathLst>
                <a:path w="12125566" h="2591074" extrusionOk="0">
                  <a:moveTo>
                    <a:pt x="0" y="0"/>
                  </a:moveTo>
                  <a:cubicBezTo>
                    <a:pt x="86156" y="195242"/>
                    <a:pt x="261109" y="418888"/>
                    <a:pt x="477960" y="572043"/>
                  </a:cubicBezTo>
                  <a:cubicBezTo>
                    <a:pt x="667635" y="706041"/>
                    <a:pt x="887978" y="763038"/>
                    <a:pt x="1058685" y="768417"/>
                  </a:cubicBezTo>
                  <a:cubicBezTo>
                    <a:pt x="1199761" y="772852"/>
                    <a:pt x="1307243" y="710665"/>
                    <a:pt x="1437184" y="724820"/>
                  </a:cubicBezTo>
                  <a:cubicBezTo>
                    <a:pt x="1587414" y="741145"/>
                    <a:pt x="1775955" y="718686"/>
                    <a:pt x="1950720" y="762000"/>
                  </a:cubicBezTo>
                  <a:cubicBezTo>
                    <a:pt x="2215509" y="827584"/>
                    <a:pt x="2465483" y="803710"/>
                    <a:pt x="2679692" y="774079"/>
                  </a:cubicBezTo>
                  <a:cubicBezTo>
                    <a:pt x="2853324" y="750016"/>
                    <a:pt x="3018558" y="717554"/>
                    <a:pt x="3195021" y="726047"/>
                  </a:cubicBezTo>
                  <a:cubicBezTo>
                    <a:pt x="3234843" y="728028"/>
                    <a:pt x="3275704" y="732275"/>
                    <a:pt x="3317791" y="739447"/>
                  </a:cubicBezTo>
                  <a:cubicBezTo>
                    <a:pt x="3546438" y="778042"/>
                    <a:pt x="3820097" y="933084"/>
                    <a:pt x="3932675" y="1162109"/>
                  </a:cubicBezTo>
                  <a:cubicBezTo>
                    <a:pt x="4005053" y="1309413"/>
                    <a:pt x="4010149" y="1453698"/>
                    <a:pt x="4051670" y="1572881"/>
                  </a:cubicBezTo>
                  <a:cubicBezTo>
                    <a:pt x="4069033" y="1622706"/>
                    <a:pt x="4090454" y="1668568"/>
                    <a:pt x="4124897" y="1709900"/>
                  </a:cubicBezTo>
                  <a:cubicBezTo>
                    <a:pt x="4272013" y="1886363"/>
                    <a:pt x="4628619" y="1876360"/>
                    <a:pt x="4847547" y="1694518"/>
                  </a:cubicBezTo>
                  <a:cubicBezTo>
                    <a:pt x="4982961" y="1582129"/>
                    <a:pt x="5075817" y="1416329"/>
                    <a:pt x="5230010" y="1300920"/>
                  </a:cubicBezTo>
                  <a:cubicBezTo>
                    <a:pt x="5434971" y="1148237"/>
                    <a:pt x="5691173" y="1081616"/>
                    <a:pt x="5914158" y="1099545"/>
                  </a:cubicBezTo>
                  <a:cubicBezTo>
                    <a:pt x="6125536" y="1116531"/>
                    <a:pt x="6321817" y="1210896"/>
                    <a:pt x="6496959" y="1338384"/>
                  </a:cubicBezTo>
                  <a:cubicBezTo>
                    <a:pt x="6653416" y="1452283"/>
                    <a:pt x="6796380" y="1601474"/>
                    <a:pt x="6918488" y="1778503"/>
                  </a:cubicBezTo>
                  <a:cubicBezTo>
                    <a:pt x="6937078" y="1805303"/>
                    <a:pt x="6954913" y="1832197"/>
                    <a:pt x="6972277" y="1858808"/>
                  </a:cubicBezTo>
                  <a:cubicBezTo>
                    <a:pt x="7128357" y="2097175"/>
                    <a:pt x="7250088" y="2306761"/>
                    <a:pt x="7440046" y="2441703"/>
                  </a:cubicBezTo>
                  <a:cubicBezTo>
                    <a:pt x="7580839" y="2541730"/>
                    <a:pt x="7758056" y="2594575"/>
                    <a:pt x="7933859" y="2590895"/>
                  </a:cubicBezTo>
                  <a:cubicBezTo>
                    <a:pt x="8092771" y="2587592"/>
                    <a:pt x="8244416" y="2546165"/>
                    <a:pt x="8386624" y="2479827"/>
                  </a:cubicBezTo>
                  <a:cubicBezTo>
                    <a:pt x="8624236" y="2368947"/>
                    <a:pt x="8837785" y="2192862"/>
                    <a:pt x="9059920" y="2021966"/>
                  </a:cubicBezTo>
                  <a:cubicBezTo>
                    <a:pt x="9114841" y="1979690"/>
                    <a:pt x="9170422" y="1937131"/>
                    <a:pt x="9226758" y="1895328"/>
                  </a:cubicBezTo>
                  <a:cubicBezTo>
                    <a:pt x="10030751" y="1296580"/>
                    <a:pt x="11011584" y="825602"/>
                    <a:pt x="12125567" y="644704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30;p1"/>
            <p:cNvSpPr/>
            <p:nvPr/>
          </p:nvSpPr>
          <p:spPr>
            <a:xfrm>
              <a:off x="62281" y="9224656"/>
              <a:ext cx="12122358" cy="2668023"/>
            </a:xfrm>
            <a:custGeom>
              <a:avLst/>
              <a:gdLst/>
              <a:ahLst/>
              <a:cxnLst/>
              <a:rect l="l" t="t" r="r" b="b"/>
              <a:pathLst>
                <a:path w="12122358" h="2668023" extrusionOk="0">
                  <a:moveTo>
                    <a:pt x="0" y="0"/>
                  </a:moveTo>
                  <a:cubicBezTo>
                    <a:pt x="84929" y="188825"/>
                    <a:pt x="254598" y="410206"/>
                    <a:pt x="465599" y="567891"/>
                  </a:cubicBezTo>
                  <a:cubicBezTo>
                    <a:pt x="648101" y="704343"/>
                    <a:pt x="860895" y="770210"/>
                    <a:pt x="1027355" y="788139"/>
                  </a:cubicBezTo>
                  <a:cubicBezTo>
                    <a:pt x="1165412" y="803049"/>
                    <a:pt x="1275253" y="754073"/>
                    <a:pt x="1400098" y="777570"/>
                  </a:cubicBezTo>
                  <a:cubicBezTo>
                    <a:pt x="1548346" y="805502"/>
                    <a:pt x="1733869" y="792291"/>
                    <a:pt x="1903821" y="834189"/>
                  </a:cubicBezTo>
                  <a:cubicBezTo>
                    <a:pt x="2173988" y="900811"/>
                    <a:pt x="2431606" y="868444"/>
                    <a:pt x="2652798" y="828905"/>
                  </a:cubicBezTo>
                  <a:cubicBezTo>
                    <a:pt x="2832281" y="796821"/>
                    <a:pt x="3003743" y="755206"/>
                    <a:pt x="3187378" y="757282"/>
                  </a:cubicBezTo>
                  <a:cubicBezTo>
                    <a:pt x="3228804" y="757754"/>
                    <a:pt x="3271269" y="760773"/>
                    <a:pt x="3314865" y="766718"/>
                  </a:cubicBezTo>
                  <a:cubicBezTo>
                    <a:pt x="3552194" y="798897"/>
                    <a:pt x="3835573" y="954034"/>
                    <a:pt x="3947207" y="1190890"/>
                  </a:cubicBezTo>
                  <a:cubicBezTo>
                    <a:pt x="4018831" y="1342819"/>
                    <a:pt x="4018359" y="1493426"/>
                    <a:pt x="4056011" y="1620064"/>
                  </a:cubicBezTo>
                  <a:cubicBezTo>
                    <a:pt x="4071770" y="1673097"/>
                    <a:pt x="4092058" y="1722262"/>
                    <a:pt x="4126313" y="1766896"/>
                  </a:cubicBezTo>
                  <a:cubicBezTo>
                    <a:pt x="4272673" y="1957798"/>
                    <a:pt x="4641264" y="1956005"/>
                    <a:pt x="4870667" y="1775295"/>
                  </a:cubicBezTo>
                  <a:cubicBezTo>
                    <a:pt x="5007402" y="1667624"/>
                    <a:pt x="5103749" y="1507392"/>
                    <a:pt x="5256715" y="1393776"/>
                  </a:cubicBezTo>
                  <a:cubicBezTo>
                    <a:pt x="5460355" y="1243263"/>
                    <a:pt x="5710895" y="1171168"/>
                    <a:pt x="5932654" y="1180699"/>
                  </a:cubicBezTo>
                  <a:cubicBezTo>
                    <a:pt x="6141768" y="1189758"/>
                    <a:pt x="6340218" y="1274310"/>
                    <a:pt x="6517247" y="1394342"/>
                  </a:cubicBezTo>
                  <a:cubicBezTo>
                    <a:pt x="6675781" y="1501919"/>
                    <a:pt x="6820254" y="1646298"/>
                    <a:pt x="6940004" y="1822195"/>
                  </a:cubicBezTo>
                  <a:cubicBezTo>
                    <a:pt x="6958216" y="1848805"/>
                    <a:pt x="6975579" y="1875511"/>
                    <a:pt x="6992377" y="1902122"/>
                  </a:cubicBezTo>
                  <a:cubicBezTo>
                    <a:pt x="7143078" y="2139545"/>
                    <a:pt x="7251504" y="2353754"/>
                    <a:pt x="7432119" y="2496624"/>
                  </a:cubicBezTo>
                  <a:cubicBezTo>
                    <a:pt x="7566118" y="2602596"/>
                    <a:pt x="7738617" y="2662612"/>
                    <a:pt x="7912533" y="2667614"/>
                  </a:cubicBezTo>
                  <a:cubicBezTo>
                    <a:pt x="8069368" y="2672143"/>
                    <a:pt x="8221579" y="2638926"/>
                    <a:pt x="8365109" y="2580514"/>
                  </a:cubicBezTo>
                  <a:cubicBezTo>
                    <a:pt x="8605551" y="2482752"/>
                    <a:pt x="8824290" y="2319123"/>
                    <a:pt x="9050956" y="2159362"/>
                  </a:cubicBezTo>
                  <a:cubicBezTo>
                    <a:pt x="9107009" y="2119823"/>
                    <a:pt x="9163533" y="2080000"/>
                    <a:pt x="9220813" y="2040933"/>
                  </a:cubicBezTo>
                  <a:cubicBezTo>
                    <a:pt x="10037922" y="1481253"/>
                    <a:pt x="11019039" y="1046511"/>
                    <a:pt x="12122358" y="886468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31;p1"/>
            <p:cNvSpPr/>
            <p:nvPr/>
          </p:nvSpPr>
          <p:spPr>
            <a:xfrm>
              <a:off x="65300" y="9107171"/>
              <a:ext cx="12119338" cy="2747422"/>
            </a:xfrm>
            <a:custGeom>
              <a:avLst/>
              <a:gdLst/>
              <a:ahLst/>
              <a:cxnLst/>
              <a:rect l="l" t="t" r="r" b="b"/>
              <a:pathLst>
                <a:path w="12119338" h="2747422" extrusionOk="0">
                  <a:moveTo>
                    <a:pt x="0" y="0"/>
                  </a:moveTo>
                  <a:cubicBezTo>
                    <a:pt x="83702" y="182314"/>
                    <a:pt x="248181" y="401525"/>
                    <a:pt x="453237" y="563739"/>
                  </a:cubicBezTo>
                  <a:cubicBezTo>
                    <a:pt x="628662" y="702550"/>
                    <a:pt x="833812" y="777382"/>
                    <a:pt x="996026" y="807767"/>
                  </a:cubicBezTo>
                  <a:cubicBezTo>
                    <a:pt x="1131157" y="833057"/>
                    <a:pt x="1242980" y="798048"/>
                    <a:pt x="1363107" y="830226"/>
                  </a:cubicBezTo>
                  <a:cubicBezTo>
                    <a:pt x="1509373" y="869388"/>
                    <a:pt x="1691782" y="865708"/>
                    <a:pt x="1857110" y="906379"/>
                  </a:cubicBezTo>
                  <a:cubicBezTo>
                    <a:pt x="2132751" y="974133"/>
                    <a:pt x="2397917" y="933179"/>
                    <a:pt x="2626093" y="883637"/>
                  </a:cubicBezTo>
                  <a:cubicBezTo>
                    <a:pt x="2811520" y="843437"/>
                    <a:pt x="2989211" y="792763"/>
                    <a:pt x="3179829" y="788422"/>
                  </a:cubicBezTo>
                  <a:cubicBezTo>
                    <a:pt x="3222859" y="787479"/>
                    <a:pt x="3266833" y="789083"/>
                    <a:pt x="3312129" y="793896"/>
                  </a:cubicBezTo>
                  <a:cubicBezTo>
                    <a:pt x="3558139" y="819752"/>
                    <a:pt x="3851238" y="974888"/>
                    <a:pt x="3961834" y="1219483"/>
                  </a:cubicBezTo>
                  <a:cubicBezTo>
                    <a:pt x="4032608" y="1376035"/>
                    <a:pt x="4026663" y="1532965"/>
                    <a:pt x="4060540" y="1667058"/>
                  </a:cubicBezTo>
                  <a:cubicBezTo>
                    <a:pt x="4074695" y="1723205"/>
                    <a:pt x="4093945" y="1775673"/>
                    <a:pt x="4128011" y="1823704"/>
                  </a:cubicBezTo>
                  <a:cubicBezTo>
                    <a:pt x="4273617" y="2029138"/>
                    <a:pt x="4654098" y="2035271"/>
                    <a:pt x="4894069" y="1855883"/>
                  </a:cubicBezTo>
                  <a:cubicBezTo>
                    <a:pt x="5031937" y="1752742"/>
                    <a:pt x="5132059" y="1598171"/>
                    <a:pt x="5283609" y="1486537"/>
                  </a:cubicBezTo>
                  <a:cubicBezTo>
                    <a:pt x="5486023" y="1338195"/>
                    <a:pt x="5730995" y="1254210"/>
                    <a:pt x="5951338" y="1261853"/>
                  </a:cubicBezTo>
                  <a:cubicBezTo>
                    <a:pt x="6158187" y="1269025"/>
                    <a:pt x="6358902" y="1337818"/>
                    <a:pt x="6537724" y="1450395"/>
                  </a:cubicBezTo>
                  <a:cubicBezTo>
                    <a:pt x="6698334" y="1551555"/>
                    <a:pt x="6844317" y="1691121"/>
                    <a:pt x="6961707" y="1865980"/>
                  </a:cubicBezTo>
                  <a:cubicBezTo>
                    <a:pt x="6979543" y="1892402"/>
                    <a:pt x="6996340" y="1918919"/>
                    <a:pt x="7012571" y="1945436"/>
                  </a:cubicBezTo>
                  <a:cubicBezTo>
                    <a:pt x="7157988" y="2181915"/>
                    <a:pt x="7253014" y="2400748"/>
                    <a:pt x="7424381" y="2551544"/>
                  </a:cubicBezTo>
                  <a:cubicBezTo>
                    <a:pt x="7551585" y="2663462"/>
                    <a:pt x="7719462" y="2730744"/>
                    <a:pt x="7891395" y="2744333"/>
                  </a:cubicBezTo>
                  <a:cubicBezTo>
                    <a:pt x="8046154" y="2756600"/>
                    <a:pt x="8198932" y="2731688"/>
                    <a:pt x="8343877" y="2681202"/>
                  </a:cubicBezTo>
                  <a:cubicBezTo>
                    <a:pt x="8587056" y="2596462"/>
                    <a:pt x="8811079" y="2445383"/>
                    <a:pt x="9042180" y="2296758"/>
                  </a:cubicBezTo>
                  <a:cubicBezTo>
                    <a:pt x="9099271" y="2260050"/>
                    <a:pt x="9156834" y="2222964"/>
                    <a:pt x="9215057" y="2186539"/>
                  </a:cubicBezTo>
                  <a:cubicBezTo>
                    <a:pt x="10045377" y="1665926"/>
                    <a:pt x="11026683" y="1267327"/>
                    <a:pt x="12119338" y="1128232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32;p1"/>
            <p:cNvSpPr/>
            <p:nvPr/>
          </p:nvSpPr>
          <p:spPr>
            <a:xfrm>
              <a:off x="68414" y="8989686"/>
              <a:ext cx="12116129" cy="2829481"/>
            </a:xfrm>
            <a:custGeom>
              <a:avLst/>
              <a:gdLst/>
              <a:ahLst/>
              <a:cxnLst/>
              <a:rect l="l" t="t" r="r" b="b"/>
              <a:pathLst>
                <a:path w="12116129" h="2829481" extrusionOk="0">
                  <a:moveTo>
                    <a:pt x="0" y="0"/>
                  </a:moveTo>
                  <a:cubicBezTo>
                    <a:pt x="82475" y="175803"/>
                    <a:pt x="241858" y="392749"/>
                    <a:pt x="440875" y="559586"/>
                  </a:cubicBezTo>
                  <a:cubicBezTo>
                    <a:pt x="609317" y="700757"/>
                    <a:pt x="806635" y="784553"/>
                    <a:pt x="964697" y="827395"/>
                  </a:cubicBezTo>
                  <a:cubicBezTo>
                    <a:pt x="1096808" y="863160"/>
                    <a:pt x="1205045" y="863915"/>
                    <a:pt x="1326022" y="882882"/>
                  </a:cubicBezTo>
                  <a:cubicBezTo>
                    <a:pt x="1477100" y="906568"/>
                    <a:pt x="1649600" y="939124"/>
                    <a:pt x="1810304" y="978474"/>
                  </a:cubicBezTo>
                  <a:cubicBezTo>
                    <a:pt x="2091324" y="1047361"/>
                    <a:pt x="2364040" y="997819"/>
                    <a:pt x="2599293" y="938369"/>
                  </a:cubicBezTo>
                  <a:cubicBezTo>
                    <a:pt x="2790572" y="890054"/>
                    <a:pt x="2974584" y="830321"/>
                    <a:pt x="3172279" y="819563"/>
                  </a:cubicBezTo>
                  <a:cubicBezTo>
                    <a:pt x="3216820" y="817204"/>
                    <a:pt x="3262493" y="817487"/>
                    <a:pt x="3309392" y="821073"/>
                  </a:cubicBezTo>
                  <a:cubicBezTo>
                    <a:pt x="3564179" y="840512"/>
                    <a:pt x="3866902" y="995837"/>
                    <a:pt x="3976461" y="1248170"/>
                  </a:cubicBezTo>
                  <a:cubicBezTo>
                    <a:pt x="4046480" y="1409346"/>
                    <a:pt x="4034967" y="1572598"/>
                    <a:pt x="4065070" y="1714052"/>
                  </a:cubicBezTo>
                  <a:cubicBezTo>
                    <a:pt x="4077715" y="1773313"/>
                    <a:pt x="4095833" y="1829083"/>
                    <a:pt x="4129710" y="1880512"/>
                  </a:cubicBezTo>
                  <a:cubicBezTo>
                    <a:pt x="4274466" y="2100384"/>
                    <a:pt x="4666743" y="2114255"/>
                    <a:pt x="4917472" y="1936471"/>
                  </a:cubicBezTo>
                  <a:cubicBezTo>
                    <a:pt x="5056566" y="1837859"/>
                    <a:pt x="5160368" y="1688951"/>
                    <a:pt x="5310598" y="1579298"/>
                  </a:cubicBezTo>
                  <a:cubicBezTo>
                    <a:pt x="5511690" y="1433032"/>
                    <a:pt x="5750906" y="1350179"/>
                    <a:pt x="5970023" y="1342913"/>
                  </a:cubicBezTo>
                  <a:cubicBezTo>
                    <a:pt x="6174795" y="1336213"/>
                    <a:pt x="6377587" y="1401136"/>
                    <a:pt x="6558201" y="1506354"/>
                  </a:cubicBezTo>
                  <a:cubicBezTo>
                    <a:pt x="6720887" y="1601097"/>
                    <a:pt x="6868380" y="1735945"/>
                    <a:pt x="6983412" y="1909671"/>
                  </a:cubicBezTo>
                  <a:cubicBezTo>
                    <a:pt x="7000869" y="1935905"/>
                    <a:pt x="7017195" y="1962327"/>
                    <a:pt x="7032859" y="1988750"/>
                  </a:cubicBezTo>
                  <a:cubicBezTo>
                    <a:pt x="7172897" y="2224380"/>
                    <a:pt x="7254618" y="2447837"/>
                    <a:pt x="7416643" y="2606465"/>
                  </a:cubicBezTo>
                  <a:cubicBezTo>
                    <a:pt x="7536959" y="2724327"/>
                    <a:pt x="7700211" y="2798782"/>
                    <a:pt x="7870163" y="2821052"/>
                  </a:cubicBezTo>
                  <a:cubicBezTo>
                    <a:pt x="8022940" y="2841057"/>
                    <a:pt x="8176284" y="2824449"/>
                    <a:pt x="8322456" y="2781890"/>
                  </a:cubicBezTo>
                  <a:cubicBezTo>
                    <a:pt x="8568466" y="2710267"/>
                    <a:pt x="8797679" y="2571550"/>
                    <a:pt x="9033215" y="2434154"/>
                  </a:cubicBezTo>
                  <a:cubicBezTo>
                    <a:pt x="9091344" y="2400182"/>
                    <a:pt x="9149945" y="2365833"/>
                    <a:pt x="9209112" y="2332239"/>
                  </a:cubicBezTo>
                  <a:cubicBezTo>
                    <a:pt x="10052550" y="1850693"/>
                    <a:pt x="11034138" y="1488330"/>
                    <a:pt x="12116130" y="1369996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33;p1"/>
            <p:cNvSpPr/>
            <p:nvPr/>
          </p:nvSpPr>
          <p:spPr>
            <a:xfrm>
              <a:off x="71434" y="8872107"/>
              <a:ext cx="12112827" cy="2914508"/>
            </a:xfrm>
            <a:custGeom>
              <a:avLst/>
              <a:gdLst/>
              <a:ahLst/>
              <a:cxnLst/>
              <a:rect l="l" t="t" r="r" b="b"/>
              <a:pathLst>
                <a:path w="12112827" h="2914508" extrusionOk="0">
                  <a:moveTo>
                    <a:pt x="0" y="0"/>
                  </a:moveTo>
                  <a:cubicBezTo>
                    <a:pt x="81249" y="169386"/>
                    <a:pt x="235536" y="383973"/>
                    <a:pt x="428607" y="555434"/>
                  </a:cubicBezTo>
                  <a:cubicBezTo>
                    <a:pt x="590066" y="698870"/>
                    <a:pt x="779646" y="791914"/>
                    <a:pt x="933462" y="847023"/>
                  </a:cubicBezTo>
                  <a:cubicBezTo>
                    <a:pt x="1062554" y="893357"/>
                    <a:pt x="1170979" y="907228"/>
                    <a:pt x="1289030" y="935538"/>
                  </a:cubicBezTo>
                  <a:cubicBezTo>
                    <a:pt x="1440015" y="971869"/>
                    <a:pt x="1607513" y="1012540"/>
                    <a:pt x="1763499" y="1050664"/>
                  </a:cubicBezTo>
                  <a:cubicBezTo>
                    <a:pt x="2049992" y="1120588"/>
                    <a:pt x="2330257" y="1062648"/>
                    <a:pt x="2572493" y="993195"/>
                  </a:cubicBezTo>
                  <a:cubicBezTo>
                    <a:pt x="2769717" y="936765"/>
                    <a:pt x="2959957" y="867972"/>
                    <a:pt x="3164730" y="850798"/>
                  </a:cubicBezTo>
                  <a:cubicBezTo>
                    <a:pt x="3210875" y="846929"/>
                    <a:pt x="3258152" y="845891"/>
                    <a:pt x="3306561" y="848344"/>
                  </a:cubicBezTo>
                  <a:cubicBezTo>
                    <a:pt x="3570029" y="861367"/>
                    <a:pt x="3882473" y="1016787"/>
                    <a:pt x="3991087" y="1276952"/>
                  </a:cubicBezTo>
                  <a:cubicBezTo>
                    <a:pt x="4060351" y="1442752"/>
                    <a:pt x="4043177" y="1612326"/>
                    <a:pt x="4069505" y="1761235"/>
                  </a:cubicBezTo>
                  <a:cubicBezTo>
                    <a:pt x="4080545" y="1823704"/>
                    <a:pt x="4097626" y="1882777"/>
                    <a:pt x="4131314" y="1937509"/>
                  </a:cubicBezTo>
                  <a:cubicBezTo>
                    <a:pt x="4275316" y="2171818"/>
                    <a:pt x="4679199" y="2193051"/>
                    <a:pt x="4940780" y="2017248"/>
                  </a:cubicBezTo>
                  <a:cubicBezTo>
                    <a:pt x="5081007" y="1922977"/>
                    <a:pt x="5188583" y="1780013"/>
                    <a:pt x="5337397" y="1672154"/>
                  </a:cubicBezTo>
                  <a:cubicBezTo>
                    <a:pt x="5537263" y="1528058"/>
                    <a:pt x="5770723" y="1439826"/>
                    <a:pt x="5988613" y="1424162"/>
                  </a:cubicBezTo>
                  <a:cubicBezTo>
                    <a:pt x="6191215" y="1409629"/>
                    <a:pt x="6396176" y="1464644"/>
                    <a:pt x="6578585" y="1562501"/>
                  </a:cubicBezTo>
                  <a:cubicBezTo>
                    <a:pt x="6743346" y="1650827"/>
                    <a:pt x="6892255" y="1780862"/>
                    <a:pt x="7004927" y="1953551"/>
                  </a:cubicBezTo>
                  <a:cubicBezTo>
                    <a:pt x="7022007" y="1979596"/>
                    <a:pt x="7037861" y="2005829"/>
                    <a:pt x="7052959" y="2032157"/>
                  </a:cubicBezTo>
                  <a:cubicBezTo>
                    <a:pt x="7187713" y="2266844"/>
                    <a:pt x="7256033" y="2494925"/>
                    <a:pt x="7408811" y="2661480"/>
                  </a:cubicBezTo>
                  <a:cubicBezTo>
                    <a:pt x="7522332" y="2785287"/>
                    <a:pt x="7680961" y="2867008"/>
                    <a:pt x="7848931" y="2897865"/>
                  </a:cubicBezTo>
                  <a:cubicBezTo>
                    <a:pt x="7999632" y="2925608"/>
                    <a:pt x="8153542" y="2917399"/>
                    <a:pt x="8301035" y="2882672"/>
                  </a:cubicBezTo>
                  <a:cubicBezTo>
                    <a:pt x="8549876" y="2824166"/>
                    <a:pt x="8784279" y="2697905"/>
                    <a:pt x="9024250" y="2571644"/>
                  </a:cubicBezTo>
                  <a:cubicBezTo>
                    <a:pt x="9083512" y="2540503"/>
                    <a:pt x="9143056" y="2508891"/>
                    <a:pt x="9203073" y="2477939"/>
                  </a:cubicBezTo>
                  <a:cubicBezTo>
                    <a:pt x="10059721" y="2035460"/>
                    <a:pt x="11041498" y="1709334"/>
                    <a:pt x="12112828" y="1611854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1"/>
            <p:cNvSpPr/>
            <p:nvPr/>
          </p:nvSpPr>
          <p:spPr>
            <a:xfrm>
              <a:off x="74454" y="8754622"/>
              <a:ext cx="12109619" cy="3002639"/>
            </a:xfrm>
            <a:custGeom>
              <a:avLst/>
              <a:gdLst/>
              <a:ahLst/>
              <a:cxnLst/>
              <a:rect l="l" t="t" r="r" b="b"/>
              <a:pathLst>
                <a:path w="12109619" h="3002639" extrusionOk="0">
                  <a:moveTo>
                    <a:pt x="0" y="0"/>
                  </a:moveTo>
                  <a:cubicBezTo>
                    <a:pt x="80022" y="162875"/>
                    <a:pt x="229308" y="375008"/>
                    <a:pt x="416245" y="551282"/>
                  </a:cubicBezTo>
                  <a:cubicBezTo>
                    <a:pt x="570816" y="696982"/>
                    <a:pt x="752469" y="799180"/>
                    <a:pt x="902133" y="866651"/>
                  </a:cubicBezTo>
                  <a:cubicBezTo>
                    <a:pt x="1028205" y="923459"/>
                    <a:pt x="1136725" y="950636"/>
                    <a:pt x="1251945" y="988194"/>
                  </a:cubicBezTo>
                  <a:cubicBezTo>
                    <a:pt x="1402646" y="1037264"/>
                    <a:pt x="1565332" y="1085956"/>
                    <a:pt x="1716694" y="1122853"/>
                  </a:cubicBezTo>
                  <a:cubicBezTo>
                    <a:pt x="2008566" y="1193910"/>
                    <a:pt x="2296380" y="1127383"/>
                    <a:pt x="2545694" y="1048021"/>
                  </a:cubicBezTo>
                  <a:cubicBezTo>
                    <a:pt x="2748768" y="983475"/>
                    <a:pt x="2945331" y="905624"/>
                    <a:pt x="3157087" y="882033"/>
                  </a:cubicBezTo>
                  <a:cubicBezTo>
                    <a:pt x="3204835" y="876748"/>
                    <a:pt x="3253622" y="874389"/>
                    <a:pt x="3303730" y="875616"/>
                  </a:cubicBezTo>
                  <a:cubicBezTo>
                    <a:pt x="3575880" y="882316"/>
                    <a:pt x="3898043" y="1037735"/>
                    <a:pt x="4005619" y="1305639"/>
                  </a:cubicBezTo>
                  <a:cubicBezTo>
                    <a:pt x="4074034" y="1476062"/>
                    <a:pt x="4051387" y="1651960"/>
                    <a:pt x="4073940" y="1808323"/>
                  </a:cubicBezTo>
                  <a:cubicBezTo>
                    <a:pt x="4083376" y="1873907"/>
                    <a:pt x="4099419" y="1936282"/>
                    <a:pt x="4132824" y="1994506"/>
                  </a:cubicBezTo>
                  <a:cubicBezTo>
                    <a:pt x="4275976" y="2243253"/>
                    <a:pt x="4691467" y="2271562"/>
                    <a:pt x="4963994" y="2098024"/>
                  </a:cubicBezTo>
                  <a:cubicBezTo>
                    <a:pt x="5105447" y="2008000"/>
                    <a:pt x="5216610" y="1870981"/>
                    <a:pt x="5364197" y="1765103"/>
                  </a:cubicBezTo>
                  <a:cubicBezTo>
                    <a:pt x="5562836" y="1623178"/>
                    <a:pt x="5790540" y="1529662"/>
                    <a:pt x="6007202" y="1505504"/>
                  </a:cubicBezTo>
                  <a:cubicBezTo>
                    <a:pt x="6207634" y="1483140"/>
                    <a:pt x="6414766" y="1528246"/>
                    <a:pt x="6598967" y="1618649"/>
                  </a:cubicBezTo>
                  <a:cubicBezTo>
                    <a:pt x="6765805" y="1700558"/>
                    <a:pt x="6916224" y="1825875"/>
                    <a:pt x="7026537" y="1997431"/>
                  </a:cubicBezTo>
                  <a:cubicBezTo>
                    <a:pt x="7043240" y="2023287"/>
                    <a:pt x="7058621" y="2049426"/>
                    <a:pt x="7073059" y="2075660"/>
                  </a:cubicBezTo>
                  <a:cubicBezTo>
                    <a:pt x="7202434" y="2309403"/>
                    <a:pt x="7257448" y="2542108"/>
                    <a:pt x="7400884" y="2716589"/>
                  </a:cubicBezTo>
                  <a:cubicBezTo>
                    <a:pt x="7507611" y="2846342"/>
                    <a:pt x="7661521" y="2935234"/>
                    <a:pt x="7827604" y="2974773"/>
                  </a:cubicBezTo>
                  <a:cubicBezTo>
                    <a:pt x="7976229" y="3010160"/>
                    <a:pt x="8130705" y="3010443"/>
                    <a:pt x="8279614" y="2983549"/>
                  </a:cubicBezTo>
                  <a:cubicBezTo>
                    <a:pt x="8531192" y="2938159"/>
                    <a:pt x="8770879" y="2824354"/>
                    <a:pt x="9015380" y="2709229"/>
                  </a:cubicBezTo>
                  <a:cubicBezTo>
                    <a:pt x="9075680" y="2680825"/>
                    <a:pt x="9136262" y="2651949"/>
                    <a:pt x="9197222" y="2623828"/>
                  </a:cubicBezTo>
                  <a:cubicBezTo>
                    <a:pt x="10067081" y="2220416"/>
                    <a:pt x="11049047" y="1930526"/>
                    <a:pt x="12109619" y="1853901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35;p1"/>
            <p:cNvSpPr/>
            <p:nvPr/>
          </p:nvSpPr>
          <p:spPr>
            <a:xfrm>
              <a:off x="77473" y="8637137"/>
              <a:ext cx="12106316" cy="3093666"/>
            </a:xfrm>
            <a:custGeom>
              <a:avLst/>
              <a:gdLst/>
              <a:ahLst/>
              <a:cxnLst/>
              <a:rect l="l" t="t" r="r" b="b"/>
              <a:pathLst>
                <a:path w="12106316" h="3093666" extrusionOk="0">
                  <a:moveTo>
                    <a:pt x="0" y="0"/>
                  </a:moveTo>
                  <a:cubicBezTo>
                    <a:pt x="78795" y="156363"/>
                    <a:pt x="223080" y="366137"/>
                    <a:pt x="403884" y="547130"/>
                  </a:cubicBezTo>
                  <a:cubicBezTo>
                    <a:pt x="551565" y="695095"/>
                    <a:pt x="725198" y="806540"/>
                    <a:pt x="870803" y="886279"/>
                  </a:cubicBezTo>
                  <a:cubicBezTo>
                    <a:pt x="993761" y="953656"/>
                    <a:pt x="1102187" y="994233"/>
                    <a:pt x="1214859" y="1040850"/>
                  </a:cubicBezTo>
                  <a:cubicBezTo>
                    <a:pt x="1364900" y="1102942"/>
                    <a:pt x="1523151" y="1159467"/>
                    <a:pt x="1669795" y="1194948"/>
                  </a:cubicBezTo>
                  <a:cubicBezTo>
                    <a:pt x="1967140" y="1267043"/>
                    <a:pt x="2262409" y="1192023"/>
                    <a:pt x="2518799" y="1102753"/>
                  </a:cubicBezTo>
                  <a:cubicBezTo>
                    <a:pt x="2727724" y="1030092"/>
                    <a:pt x="2930610" y="943182"/>
                    <a:pt x="3149443" y="913173"/>
                  </a:cubicBezTo>
                  <a:cubicBezTo>
                    <a:pt x="3198796" y="906379"/>
                    <a:pt x="3249187" y="902699"/>
                    <a:pt x="3300899" y="902793"/>
                  </a:cubicBezTo>
                  <a:cubicBezTo>
                    <a:pt x="3581730" y="903076"/>
                    <a:pt x="3913613" y="1058590"/>
                    <a:pt x="4020152" y="1334326"/>
                  </a:cubicBezTo>
                  <a:cubicBezTo>
                    <a:pt x="4087812" y="1509468"/>
                    <a:pt x="4059502" y="1691499"/>
                    <a:pt x="4078281" y="1855317"/>
                  </a:cubicBezTo>
                  <a:cubicBezTo>
                    <a:pt x="4086208" y="1924015"/>
                    <a:pt x="4100929" y="1989787"/>
                    <a:pt x="4134334" y="2051314"/>
                  </a:cubicBezTo>
                  <a:cubicBezTo>
                    <a:pt x="4276165" y="2314782"/>
                    <a:pt x="4703640" y="2349508"/>
                    <a:pt x="4987208" y="2178612"/>
                  </a:cubicBezTo>
                  <a:cubicBezTo>
                    <a:pt x="5129794" y="2092646"/>
                    <a:pt x="5244731" y="1961761"/>
                    <a:pt x="5390902" y="1857865"/>
                  </a:cubicBezTo>
                  <a:cubicBezTo>
                    <a:pt x="5588221" y="1718110"/>
                    <a:pt x="5810356" y="1619309"/>
                    <a:pt x="6025698" y="1586564"/>
                  </a:cubicBezTo>
                  <a:cubicBezTo>
                    <a:pt x="6224054" y="1556462"/>
                    <a:pt x="6433262" y="1591471"/>
                    <a:pt x="6619256" y="1674607"/>
                  </a:cubicBezTo>
                  <a:cubicBezTo>
                    <a:pt x="6788170" y="1750099"/>
                    <a:pt x="6940098" y="1870604"/>
                    <a:pt x="7048052" y="2041122"/>
                  </a:cubicBezTo>
                  <a:cubicBezTo>
                    <a:pt x="7064377" y="2066790"/>
                    <a:pt x="7079287" y="2092740"/>
                    <a:pt x="7093159" y="2118879"/>
                  </a:cubicBezTo>
                  <a:cubicBezTo>
                    <a:pt x="7217249" y="2351773"/>
                    <a:pt x="7258487" y="2589290"/>
                    <a:pt x="7393051" y="2771415"/>
                  </a:cubicBezTo>
                  <a:cubicBezTo>
                    <a:pt x="7492701" y="2907301"/>
                    <a:pt x="7642271" y="3003177"/>
                    <a:pt x="7806278" y="3051397"/>
                  </a:cubicBezTo>
                  <a:cubicBezTo>
                    <a:pt x="7952921" y="3094522"/>
                    <a:pt x="8107869" y="3103109"/>
                    <a:pt x="8258099" y="3084142"/>
                  </a:cubicBezTo>
                  <a:cubicBezTo>
                    <a:pt x="8512507" y="3051964"/>
                    <a:pt x="8757102" y="2949955"/>
                    <a:pt x="9006321" y="2846530"/>
                  </a:cubicBezTo>
                  <a:cubicBezTo>
                    <a:pt x="9067658" y="2820769"/>
                    <a:pt x="9129279" y="2794818"/>
                    <a:pt x="9191183" y="2769339"/>
                  </a:cubicBezTo>
                  <a:cubicBezTo>
                    <a:pt x="10074159" y="2404995"/>
                    <a:pt x="11056408" y="2151246"/>
                    <a:pt x="12106316" y="2095571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36;p1"/>
            <p:cNvSpPr/>
            <p:nvPr/>
          </p:nvSpPr>
          <p:spPr>
            <a:xfrm>
              <a:off x="80587" y="8519652"/>
              <a:ext cx="12103296" cy="3188282"/>
            </a:xfrm>
            <a:custGeom>
              <a:avLst/>
              <a:gdLst/>
              <a:ahLst/>
              <a:cxnLst/>
              <a:rect l="l" t="t" r="r" b="b"/>
              <a:pathLst>
                <a:path w="12103296" h="3188282" extrusionOk="0">
                  <a:moveTo>
                    <a:pt x="0" y="0"/>
                  </a:moveTo>
                  <a:cubicBezTo>
                    <a:pt x="77568" y="149947"/>
                    <a:pt x="217040" y="357078"/>
                    <a:pt x="391522" y="542978"/>
                  </a:cubicBezTo>
                  <a:cubicBezTo>
                    <a:pt x="532409" y="693113"/>
                    <a:pt x="697926" y="813901"/>
                    <a:pt x="839474" y="906001"/>
                  </a:cubicBezTo>
                  <a:cubicBezTo>
                    <a:pt x="959318" y="983947"/>
                    <a:pt x="1067366" y="1037924"/>
                    <a:pt x="1177868" y="1093694"/>
                  </a:cubicBezTo>
                  <a:cubicBezTo>
                    <a:pt x="1327060" y="1168998"/>
                    <a:pt x="1481064" y="1233072"/>
                    <a:pt x="1623084" y="1267326"/>
                  </a:cubicBezTo>
                  <a:cubicBezTo>
                    <a:pt x="1925902" y="1340460"/>
                    <a:pt x="2228626" y="1256946"/>
                    <a:pt x="2492094" y="1157768"/>
                  </a:cubicBezTo>
                  <a:cubicBezTo>
                    <a:pt x="2706870" y="1076897"/>
                    <a:pt x="2915983" y="981022"/>
                    <a:pt x="3141894" y="944597"/>
                  </a:cubicBezTo>
                  <a:cubicBezTo>
                    <a:pt x="3192851" y="936387"/>
                    <a:pt x="3244846" y="931291"/>
                    <a:pt x="3298068" y="930253"/>
                  </a:cubicBezTo>
                  <a:cubicBezTo>
                    <a:pt x="3587676" y="924214"/>
                    <a:pt x="3929278" y="1079823"/>
                    <a:pt x="4034778" y="1363296"/>
                  </a:cubicBezTo>
                  <a:cubicBezTo>
                    <a:pt x="4101683" y="1543062"/>
                    <a:pt x="4067806" y="1731415"/>
                    <a:pt x="4082810" y="1902688"/>
                  </a:cubicBezTo>
                  <a:cubicBezTo>
                    <a:pt x="4089133" y="1974595"/>
                    <a:pt x="4102816" y="2043670"/>
                    <a:pt x="4136032" y="2108499"/>
                  </a:cubicBezTo>
                  <a:cubicBezTo>
                    <a:pt x="4277109" y="2386405"/>
                    <a:pt x="4716002" y="2427454"/>
                    <a:pt x="5010610" y="2259483"/>
                  </a:cubicBezTo>
                  <a:cubicBezTo>
                    <a:pt x="5154423" y="2177480"/>
                    <a:pt x="5273040" y="2052918"/>
                    <a:pt x="5417891" y="1950814"/>
                  </a:cubicBezTo>
                  <a:cubicBezTo>
                    <a:pt x="5613982" y="1813230"/>
                    <a:pt x="5830456" y="1709145"/>
                    <a:pt x="6044382" y="1667907"/>
                  </a:cubicBezTo>
                  <a:cubicBezTo>
                    <a:pt x="6240568" y="1630067"/>
                    <a:pt x="6451946" y="1655074"/>
                    <a:pt x="6639733" y="1730849"/>
                  </a:cubicBezTo>
                  <a:cubicBezTo>
                    <a:pt x="6810723" y="1799830"/>
                    <a:pt x="6964161" y="1915711"/>
                    <a:pt x="7069756" y="2085002"/>
                  </a:cubicBezTo>
                  <a:cubicBezTo>
                    <a:pt x="7085704" y="2110481"/>
                    <a:pt x="7100142" y="2136337"/>
                    <a:pt x="7113447" y="2162382"/>
                  </a:cubicBezTo>
                  <a:cubicBezTo>
                    <a:pt x="7232159" y="2394332"/>
                    <a:pt x="7260091" y="2636473"/>
                    <a:pt x="7385314" y="2826525"/>
                  </a:cubicBezTo>
                  <a:cubicBezTo>
                    <a:pt x="7478169" y="2968356"/>
                    <a:pt x="7623114" y="3071309"/>
                    <a:pt x="7785139" y="3128305"/>
                  </a:cubicBezTo>
                  <a:cubicBezTo>
                    <a:pt x="7929707" y="3179168"/>
                    <a:pt x="8085222" y="3196154"/>
                    <a:pt x="8236866" y="3185019"/>
                  </a:cubicBezTo>
                  <a:cubicBezTo>
                    <a:pt x="8494011" y="3166051"/>
                    <a:pt x="8743986" y="3076404"/>
                    <a:pt x="8997545" y="2984115"/>
                  </a:cubicBezTo>
                  <a:cubicBezTo>
                    <a:pt x="9059921" y="2961184"/>
                    <a:pt x="9122579" y="2937970"/>
                    <a:pt x="9185426" y="2915228"/>
                  </a:cubicBezTo>
                  <a:cubicBezTo>
                    <a:pt x="10081614" y="2589951"/>
                    <a:pt x="11064051" y="2372439"/>
                    <a:pt x="12103297" y="2337524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1"/>
            <p:cNvSpPr/>
            <p:nvPr/>
          </p:nvSpPr>
          <p:spPr>
            <a:xfrm>
              <a:off x="83607" y="8402168"/>
              <a:ext cx="12100277" cy="3285815"/>
            </a:xfrm>
            <a:custGeom>
              <a:avLst/>
              <a:gdLst/>
              <a:ahLst/>
              <a:cxnLst/>
              <a:rect l="l" t="t" r="r" b="b"/>
              <a:pathLst>
                <a:path w="12100277" h="3285815" extrusionOk="0">
                  <a:moveTo>
                    <a:pt x="0" y="0"/>
                  </a:moveTo>
                  <a:cubicBezTo>
                    <a:pt x="76342" y="143435"/>
                    <a:pt x="211095" y="348114"/>
                    <a:pt x="379160" y="538826"/>
                  </a:cubicBezTo>
                  <a:cubicBezTo>
                    <a:pt x="513347" y="691132"/>
                    <a:pt x="670654" y="821261"/>
                    <a:pt x="808145" y="925630"/>
                  </a:cubicBezTo>
                  <a:cubicBezTo>
                    <a:pt x="924875" y="1014239"/>
                    <a:pt x="1032451" y="1081615"/>
                    <a:pt x="1140782" y="1146350"/>
                  </a:cubicBezTo>
                  <a:cubicBezTo>
                    <a:pt x="1288842" y="1234865"/>
                    <a:pt x="1438977" y="1306488"/>
                    <a:pt x="1576278" y="1339422"/>
                  </a:cubicBezTo>
                  <a:cubicBezTo>
                    <a:pt x="1884476" y="1413498"/>
                    <a:pt x="2194749" y="1321587"/>
                    <a:pt x="2465200" y="1212500"/>
                  </a:cubicBezTo>
                  <a:cubicBezTo>
                    <a:pt x="2685826" y="1123514"/>
                    <a:pt x="2901262" y="1018579"/>
                    <a:pt x="3134250" y="975737"/>
                  </a:cubicBezTo>
                  <a:cubicBezTo>
                    <a:pt x="3186812" y="966112"/>
                    <a:pt x="3240317" y="959695"/>
                    <a:pt x="3295237" y="957431"/>
                  </a:cubicBezTo>
                  <a:cubicBezTo>
                    <a:pt x="3593526" y="944974"/>
                    <a:pt x="3944848" y="1100677"/>
                    <a:pt x="4049311" y="1391889"/>
                  </a:cubicBezTo>
                  <a:cubicBezTo>
                    <a:pt x="4115461" y="1576278"/>
                    <a:pt x="4075922" y="1770954"/>
                    <a:pt x="4087151" y="1949588"/>
                  </a:cubicBezTo>
                  <a:cubicBezTo>
                    <a:pt x="4091869" y="2024608"/>
                    <a:pt x="4104514" y="2096986"/>
                    <a:pt x="4137542" y="2165213"/>
                  </a:cubicBezTo>
                  <a:cubicBezTo>
                    <a:pt x="4277864" y="2457556"/>
                    <a:pt x="4727986" y="2504645"/>
                    <a:pt x="5033824" y="2339977"/>
                  </a:cubicBezTo>
                  <a:cubicBezTo>
                    <a:pt x="5178863" y="2261937"/>
                    <a:pt x="5301067" y="2143603"/>
                    <a:pt x="5444691" y="2043481"/>
                  </a:cubicBezTo>
                  <a:cubicBezTo>
                    <a:pt x="5639461" y="1908067"/>
                    <a:pt x="5850367" y="1798792"/>
                    <a:pt x="6062972" y="1748873"/>
                  </a:cubicBezTo>
                  <a:cubicBezTo>
                    <a:pt x="6257082" y="1703294"/>
                    <a:pt x="6470536" y="1718204"/>
                    <a:pt x="6660211" y="1786713"/>
                  </a:cubicBezTo>
                  <a:cubicBezTo>
                    <a:pt x="6833276" y="1849183"/>
                    <a:pt x="6988224" y="1960440"/>
                    <a:pt x="7091460" y="2128599"/>
                  </a:cubicBezTo>
                  <a:cubicBezTo>
                    <a:pt x="7107030" y="2153889"/>
                    <a:pt x="7120996" y="2179556"/>
                    <a:pt x="7133641" y="2205507"/>
                  </a:cubicBezTo>
                  <a:cubicBezTo>
                    <a:pt x="7247069" y="2436513"/>
                    <a:pt x="7261506" y="2683278"/>
                    <a:pt x="7377576" y="2881257"/>
                  </a:cubicBezTo>
                  <a:cubicBezTo>
                    <a:pt x="7463637" y="3029033"/>
                    <a:pt x="7603958" y="3139157"/>
                    <a:pt x="7764002" y="3204835"/>
                  </a:cubicBezTo>
                  <a:cubicBezTo>
                    <a:pt x="7906588" y="3263342"/>
                    <a:pt x="8062574" y="3288915"/>
                    <a:pt x="8215540" y="3285518"/>
                  </a:cubicBezTo>
                  <a:cubicBezTo>
                    <a:pt x="8475422" y="3279856"/>
                    <a:pt x="8730680" y="3202476"/>
                    <a:pt x="8988769" y="3121322"/>
                  </a:cubicBezTo>
                  <a:cubicBezTo>
                    <a:pt x="9052183" y="3101128"/>
                    <a:pt x="9115879" y="3080651"/>
                    <a:pt x="9179670" y="3060645"/>
                  </a:cubicBezTo>
                  <a:cubicBezTo>
                    <a:pt x="10089069" y="2774435"/>
                    <a:pt x="11071601" y="2593159"/>
                    <a:pt x="12100277" y="2579099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38;p1"/>
            <p:cNvSpPr/>
            <p:nvPr/>
          </p:nvSpPr>
          <p:spPr>
            <a:xfrm>
              <a:off x="86627" y="8284683"/>
              <a:ext cx="12097068" cy="3387087"/>
            </a:xfrm>
            <a:custGeom>
              <a:avLst/>
              <a:gdLst/>
              <a:ahLst/>
              <a:cxnLst/>
              <a:rect l="l" t="t" r="r" b="b"/>
              <a:pathLst>
                <a:path w="12097068" h="3387087" extrusionOk="0">
                  <a:moveTo>
                    <a:pt x="0" y="0"/>
                  </a:moveTo>
                  <a:cubicBezTo>
                    <a:pt x="75115" y="137018"/>
                    <a:pt x="205150" y="339055"/>
                    <a:pt x="366892" y="534768"/>
                  </a:cubicBezTo>
                  <a:cubicBezTo>
                    <a:pt x="494474" y="689150"/>
                    <a:pt x="643383" y="828622"/>
                    <a:pt x="776910" y="945352"/>
                  </a:cubicBezTo>
                  <a:cubicBezTo>
                    <a:pt x="890431" y="1044530"/>
                    <a:pt x="997347" y="1125212"/>
                    <a:pt x="1103791" y="1199100"/>
                  </a:cubicBezTo>
                  <a:cubicBezTo>
                    <a:pt x="1250435" y="1300826"/>
                    <a:pt x="1396890" y="1379999"/>
                    <a:pt x="1529473" y="1411705"/>
                  </a:cubicBezTo>
                  <a:cubicBezTo>
                    <a:pt x="1843144" y="1486820"/>
                    <a:pt x="2160872" y="1386415"/>
                    <a:pt x="2438400" y="1267421"/>
                  </a:cubicBezTo>
                  <a:cubicBezTo>
                    <a:pt x="2664783" y="1170319"/>
                    <a:pt x="2886635" y="1056326"/>
                    <a:pt x="3126701" y="1007067"/>
                  </a:cubicBezTo>
                  <a:cubicBezTo>
                    <a:pt x="3180772" y="995932"/>
                    <a:pt x="3235976" y="988194"/>
                    <a:pt x="3292501" y="984797"/>
                  </a:cubicBezTo>
                  <a:cubicBezTo>
                    <a:pt x="3599471" y="965924"/>
                    <a:pt x="3961079" y="1121532"/>
                    <a:pt x="4063937" y="1420764"/>
                  </a:cubicBezTo>
                  <a:cubicBezTo>
                    <a:pt x="4129615" y="1609684"/>
                    <a:pt x="4083848" y="1810682"/>
                    <a:pt x="4091681" y="1996865"/>
                  </a:cubicBezTo>
                  <a:cubicBezTo>
                    <a:pt x="4094700" y="2074999"/>
                    <a:pt x="4106402" y="2150680"/>
                    <a:pt x="4139146" y="2222304"/>
                  </a:cubicBezTo>
                  <a:cubicBezTo>
                    <a:pt x="4278713" y="2528991"/>
                    <a:pt x="4740065" y="2581741"/>
                    <a:pt x="5057133" y="2420848"/>
                  </a:cubicBezTo>
                  <a:cubicBezTo>
                    <a:pt x="5203493" y="2346583"/>
                    <a:pt x="5329282" y="2234665"/>
                    <a:pt x="5471491" y="2136525"/>
                  </a:cubicBezTo>
                  <a:cubicBezTo>
                    <a:pt x="5665034" y="2003282"/>
                    <a:pt x="5870373" y="1888816"/>
                    <a:pt x="6081563" y="1830310"/>
                  </a:cubicBezTo>
                  <a:cubicBezTo>
                    <a:pt x="6273596" y="1777088"/>
                    <a:pt x="6489126" y="1781806"/>
                    <a:pt x="6680593" y="1842955"/>
                  </a:cubicBezTo>
                  <a:cubicBezTo>
                    <a:pt x="6855736" y="1898914"/>
                    <a:pt x="7012099" y="2005452"/>
                    <a:pt x="7113070" y="2172573"/>
                  </a:cubicBezTo>
                  <a:cubicBezTo>
                    <a:pt x="7128263" y="2197674"/>
                    <a:pt x="7141757" y="2223153"/>
                    <a:pt x="7153836" y="2249103"/>
                  </a:cubicBezTo>
                  <a:cubicBezTo>
                    <a:pt x="7261884" y="2479260"/>
                    <a:pt x="7263016" y="2730555"/>
                    <a:pt x="7369743" y="2936461"/>
                  </a:cubicBezTo>
                  <a:cubicBezTo>
                    <a:pt x="7448916" y="3090181"/>
                    <a:pt x="7584708" y="3207478"/>
                    <a:pt x="7742675" y="3281837"/>
                  </a:cubicBezTo>
                  <a:cubicBezTo>
                    <a:pt x="7883280" y="3347988"/>
                    <a:pt x="8039737" y="3382054"/>
                    <a:pt x="8194119" y="3386489"/>
                  </a:cubicBezTo>
                  <a:cubicBezTo>
                    <a:pt x="8456737" y="3394038"/>
                    <a:pt x="8717280" y="3329020"/>
                    <a:pt x="8979805" y="3259001"/>
                  </a:cubicBezTo>
                  <a:cubicBezTo>
                    <a:pt x="9044350" y="3241638"/>
                    <a:pt x="9108990" y="3223897"/>
                    <a:pt x="9173725" y="3206534"/>
                  </a:cubicBezTo>
                  <a:cubicBezTo>
                    <a:pt x="10096240" y="2959391"/>
                    <a:pt x="11079055" y="2814257"/>
                    <a:pt x="12097068" y="2821146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39;p1"/>
            <p:cNvSpPr/>
            <p:nvPr/>
          </p:nvSpPr>
          <p:spPr>
            <a:xfrm>
              <a:off x="89647" y="8167104"/>
              <a:ext cx="12093859" cy="3491821"/>
            </a:xfrm>
            <a:custGeom>
              <a:avLst/>
              <a:gdLst/>
              <a:ahLst/>
              <a:cxnLst/>
              <a:rect l="l" t="t" r="r" b="b"/>
              <a:pathLst>
                <a:path w="12093859" h="3491821" extrusionOk="0">
                  <a:moveTo>
                    <a:pt x="0" y="0"/>
                  </a:moveTo>
                  <a:cubicBezTo>
                    <a:pt x="73888" y="130507"/>
                    <a:pt x="199394" y="329901"/>
                    <a:pt x="354531" y="530616"/>
                  </a:cubicBezTo>
                  <a:cubicBezTo>
                    <a:pt x="475507" y="687168"/>
                    <a:pt x="615922" y="835982"/>
                    <a:pt x="745580" y="964980"/>
                  </a:cubicBezTo>
                  <a:cubicBezTo>
                    <a:pt x="855799" y="1074727"/>
                    <a:pt x="962054" y="1168809"/>
                    <a:pt x="1066706" y="1251756"/>
                  </a:cubicBezTo>
                  <a:cubicBezTo>
                    <a:pt x="1211651" y="1366599"/>
                    <a:pt x="1354803" y="1453132"/>
                    <a:pt x="1482668" y="1483895"/>
                  </a:cubicBezTo>
                  <a:cubicBezTo>
                    <a:pt x="1802000" y="1559387"/>
                    <a:pt x="2126711" y="1450773"/>
                    <a:pt x="2411600" y="1322247"/>
                  </a:cubicBezTo>
                  <a:cubicBezTo>
                    <a:pt x="2643645" y="1216747"/>
                    <a:pt x="2872009" y="1093977"/>
                    <a:pt x="3119057" y="1038302"/>
                  </a:cubicBezTo>
                  <a:cubicBezTo>
                    <a:pt x="3174733" y="1025751"/>
                    <a:pt x="3231541" y="1016692"/>
                    <a:pt x="3289575" y="1012068"/>
                  </a:cubicBezTo>
                  <a:cubicBezTo>
                    <a:pt x="3605322" y="986873"/>
                    <a:pt x="3976555" y="1142575"/>
                    <a:pt x="4078375" y="1449546"/>
                  </a:cubicBezTo>
                  <a:cubicBezTo>
                    <a:pt x="4143204" y="1643089"/>
                    <a:pt x="4092058" y="1850315"/>
                    <a:pt x="4096021" y="2044048"/>
                  </a:cubicBezTo>
                  <a:cubicBezTo>
                    <a:pt x="4097437" y="2125296"/>
                    <a:pt x="4108100" y="2204280"/>
                    <a:pt x="4140656" y="2279300"/>
                  </a:cubicBezTo>
                  <a:cubicBezTo>
                    <a:pt x="4279468" y="2600426"/>
                    <a:pt x="4752049" y="2658555"/>
                    <a:pt x="5080346" y="2501625"/>
                  </a:cubicBezTo>
                  <a:cubicBezTo>
                    <a:pt x="5228123" y="2431040"/>
                    <a:pt x="5357403" y="2325728"/>
                    <a:pt x="5498290" y="2229381"/>
                  </a:cubicBezTo>
                  <a:cubicBezTo>
                    <a:pt x="5690513" y="2098213"/>
                    <a:pt x="5890378" y="1978747"/>
                    <a:pt x="6100058" y="1911464"/>
                  </a:cubicBezTo>
                  <a:cubicBezTo>
                    <a:pt x="6290110" y="1850504"/>
                    <a:pt x="6507622" y="1845125"/>
                    <a:pt x="6700882" y="1899008"/>
                  </a:cubicBezTo>
                  <a:cubicBezTo>
                    <a:pt x="6878100" y="1948455"/>
                    <a:pt x="7035973" y="2050370"/>
                    <a:pt x="7134585" y="2216359"/>
                  </a:cubicBezTo>
                  <a:cubicBezTo>
                    <a:pt x="7149400" y="2241271"/>
                    <a:pt x="7162328" y="2266655"/>
                    <a:pt x="7173935" y="2292417"/>
                  </a:cubicBezTo>
                  <a:cubicBezTo>
                    <a:pt x="7276699" y="2521630"/>
                    <a:pt x="7264432" y="2777549"/>
                    <a:pt x="7361911" y="2991381"/>
                  </a:cubicBezTo>
                  <a:cubicBezTo>
                    <a:pt x="7434289" y="3150953"/>
                    <a:pt x="7565457" y="3275421"/>
                    <a:pt x="7721443" y="3358557"/>
                  </a:cubicBezTo>
                  <a:cubicBezTo>
                    <a:pt x="7860066" y="3432444"/>
                    <a:pt x="8016995" y="3474909"/>
                    <a:pt x="8172698" y="3487177"/>
                  </a:cubicBezTo>
                  <a:cubicBezTo>
                    <a:pt x="8438053" y="3508031"/>
                    <a:pt x="8703880" y="3455281"/>
                    <a:pt x="8970840" y="3396397"/>
                  </a:cubicBezTo>
                  <a:cubicBezTo>
                    <a:pt x="9036423" y="3381770"/>
                    <a:pt x="9102102" y="3366766"/>
                    <a:pt x="9167780" y="3352234"/>
                  </a:cubicBezTo>
                  <a:cubicBezTo>
                    <a:pt x="10103507" y="3144158"/>
                    <a:pt x="11086510" y="3035261"/>
                    <a:pt x="12093860" y="3063004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40;p1"/>
            <p:cNvSpPr/>
            <p:nvPr/>
          </p:nvSpPr>
          <p:spPr>
            <a:xfrm>
              <a:off x="92761" y="8049619"/>
              <a:ext cx="12090651" cy="3600743"/>
            </a:xfrm>
            <a:custGeom>
              <a:avLst/>
              <a:gdLst/>
              <a:ahLst/>
              <a:cxnLst/>
              <a:rect l="l" t="t" r="r" b="b"/>
              <a:pathLst>
                <a:path w="12090651" h="3600743" extrusionOk="0">
                  <a:moveTo>
                    <a:pt x="0" y="0"/>
                  </a:moveTo>
                  <a:cubicBezTo>
                    <a:pt x="72661" y="123996"/>
                    <a:pt x="193826" y="320842"/>
                    <a:pt x="342169" y="526464"/>
                  </a:cubicBezTo>
                  <a:cubicBezTo>
                    <a:pt x="456634" y="685092"/>
                    <a:pt x="588557" y="843249"/>
                    <a:pt x="714251" y="984608"/>
                  </a:cubicBezTo>
                  <a:cubicBezTo>
                    <a:pt x="821261" y="1104829"/>
                    <a:pt x="926479" y="1212217"/>
                    <a:pt x="1029620" y="1304412"/>
                  </a:cubicBezTo>
                  <a:cubicBezTo>
                    <a:pt x="1172772" y="1432371"/>
                    <a:pt x="1312622" y="1526642"/>
                    <a:pt x="1435863" y="1555990"/>
                  </a:cubicBezTo>
                  <a:cubicBezTo>
                    <a:pt x="1760574" y="1632520"/>
                    <a:pt x="2092929" y="1515507"/>
                    <a:pt x="2384801" y="1376979"/>
                  </a:cubicBezTo>
                  <a:cubicBezTo>
                    <a:pt x="2622790" y="1263457"/>
                    <a:pt x="2857382" y="1131535"/>
                    <a:pt x="3111508" y="1069442"/>
                  </a:cubicBezTo>
                  <a:cubicBezTo>
                    <a:pt x="3168788" y="1055476"/>
                    <a:pt x="3227105" y="1045002"/>
                    <a:pt x="3286839" y="1039245"/>
                  </a:cubicBezTo>
                  <a:cubicBezTo>
                    <a:pt x="3611267" y="1007633"/>
                    <a:pt x="3992125" y="1163525"/>
                    <a:pt x="4093096" y="1478139"/>
                  </a:cubicBezTo>
                  <a:cubicBezTo>
                    <a:pt x="4157076" y="1676400"/>
                    <a:pt x="4100456" y="1889855"/>
                    <a:pt x="4100551" y="2090947"/>
                  </a:cubicBezTo>
                  <a:cubicBezTo>
                    <a:pt x="4100456" y="2175310"/>
                    <a:pt x="4109987" y="2257690"/>
                    <a:pt x="4142355" y="2336014"/>
                  </a:cubicBezTo>
                  <a:cubicBezTo>
                    <a:pt x="4280411" y="2671577"/>
                    <a:pt x="4764223" y="2734613"/>
                    <a:pt x="5103749" y="2582119"/>
                  </a:cubicBezTo>
                  <a:cubicBezTo>
                    <a:pt x="5252940" y="2515119"/>
                    <a:pt x="5385712" y="2416413"/>
                    <a:pt x="5525185" y="2322048"/>
                  </a:cubicBezTo>
                  <a:cubicBezTo>
                    <a:pt x="5716180" y="2193050"/>
                    <a:pt x="5910478" y="2068488"/>
                    <a:pt x="6118742" y="1992524"/>
                  </a:cubicBezTo>
                  <a:cubicBezTo>
                    <a:pt x="6306812" y="1923920"/>
                    <a:pt x="6526306" y="1908256"/>
                    <a:pt x="6721359" y="1954967"/>
                  </a:cubicBezTo>
                  <a:cubicBezTo>
                    <a:pt x="6900653" y="1997903"/>
                    <a:pt x="7060036" y="2095099"/>
                    <a:pt x="7156289" y="2260050"/>
                  </a:cubicBezTo>
                  <a:cubicBezTo>
                    <a:pt x="7170727" y="2284774"/>
                    <a:pt x="7183183" y="2309969"/>
                    <a:pt x="7194130" y="2335731"/>
                  </a:cubicBezTo>
                  <a:cubicBezTo>
                    <a:pt x="7291515" y="2564001"/>
                    <a:pt x="7265942" y="2824543"/>
                    <a:pt x="7354079" y="3046302"/>
                  </a:cubicBezTo>
                  <a:cubicBezTo>
                    <a:pt x="7419662" y="3211818"/>
                    <a:pt x="7546489" y="3343175"/>
                    <a:pt x="7700211" y="3435275"/>
                  </a:cubicBezTo>
                  <a:cubicBezTo>
                    <a:pt x="7837041" y="3516618"/>
                    <a:pt x="7994159" y="3568142"/>
                    <a:pt x="8151277" y="3587864"/>
                  </a:cubicBezTo>
                  <a:cubicBezTo>
                    <a:pt x="8419275" y="3622496"/>
                    <a:pt x="8690575" y="3581448"/>
                    <a:pt x="8961969" y="3533793"/>
                  </a:cubicBezTo>
                  <a:cubicBezTo>
                    <a:pt x="9028591" y="3521997"/>
                    <a:pt x="9095307" y="3509730"/>
                    <a:pt x="9161929" y="3497840"/>
                  </a:cubicBezTo>
                  <a:cubicBezTo>
                    <a:pt x="10110773" y="3328831"/>
                    <a:pt x="11094059" y="3256170"/>
                    <a:pt x="12090651" y="3304768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41;p1"/>
            <p:cNvSpPr/>
            <p:nvPr/>
          </p:nvSpPr>
          <p:spPr>
            <a:xfrm>
              <a:off x="95780" y="7932134"/>
              <a:ext cx="12087631" cy="3713953"/>
            </a:xfrm>
            <a:custGeom>
              <a:avLst/>
              <a:gdLst/>
              <a:ahLst/>
              <a:cxnLst/>
              <a:rect l="l" t="t" r="r" b="b"/>
              <a:pathLst>
                <a:path w="12087631" h="3713953" extrusionOk="0">
                  <a:moveTo>
                    <a:pt x="0" y="0"/>
                  </a:moveTo>
                  <a:cubicBezTo>
                    <a:pt x="71435" y="117579"/>
                    <a:pt x="188259" y="311689"/>
                    <a:pt x="329807" y="522312"/>
                  </a:cubicBezTo>
                  <a:cubicBezTo>
                    <a:pt x="437950" y="683111"/>
                    <a:pt x="560813" y="850703"/>
                    <a:pt x="683016" y="1004330"/>
                  </a:cubicBezTo>
                  <a:cubicBezTo>
                    <a:pt x="786535" y="1135215"/>
                    <a:pt x="890997" y="1255625"/>
                    <a:pt x="992629" y="1357162"/>
                  </a:cubicBezTo>
                  <a:cubicBezTo>
                    <a:pt x="1133799" y="1498050"/>
                    <a:pt x="1270535" y="1600153"/>
                    <a:pt x="1389058" y="1628274"/>
                  </a:cubicBezTo>
                  <a:cubicBezTo>
                    <a:pt x="1719242" y="1705936"/>
                    <a:pt x="2059052" y="1580525"/>
                    <a:pt x="2358001" y="1431900"/>
                  </a:cubicBezTo>
                  <a:cubicBezTo>
                    <a:pt x="2601841" y="1310357"/>
                    <a:pt x="2842661" y="1169281"/>
                    <a:pt x="3103864" y="1100772"/>
                  </a:cubicBezTo>
                  <a:cubicBezTo>
                    <a:pt x="3162748" y="1085296"/>
                    <a:pt x="3222670" y="1073594"/>
                    <a:pt x="3284008" y="1066611"/>
                  </a:cubicBezTo>
                  <a:cubicBezTo>
                    <a:pt x="3617117" y="1028676"/>
                    <a:pt x="4007601" y="1184568"/>
                    <a:pt x="4107628" y="1507014"/>
                  </a:cubicBezTo>
                  <a:cubicBezTo>
                    <a:pt x="4170759" y="1709900"/>
                    <a:pt x="4108666" y="1929582"/>
                    <a:pt x="4104986" y="2138224"/>
                  </a:cubicBezTo>
                  <a:cubicBezTo>
                    <a:pt x="4103382" y="2225795"/>
                    <a:pt x="4111780" y="2311385"/>
                    <a:pt x="4143959" y="2393199"/>
                  </a:cubicBezTo>
                  <a:cubicBezTo>
                    <a:pt x="4281261" y="2743106"/>
                    <a:pt x="4776301" y="2810955"/>
                    <a:pt x="5127057" y="2663084"/>
                  </a:cubicBezTo>
                  <a:cubicBezTo>
                    <a:pt x="5277759" y="2599576"/>
                    <a:pt x="5413833" y="2507570"/>
                    <a:pt x="5552079" y="2415186"/>
                  </a:cubicBezTo>
                  <a:cubicBezTo>
                    <a:pt x="5741753" y="2288359"/>
                    <a:pt x="5930672" y="2158607"/>
                    <a:pt x="6137426" y="2073961"/>
                  </a:cubicBezTo>
                  <a:cubicBezTo>
                    <a:pt x="6323515" y="1997714"/>
                    <a:pt x="6544990" y="1971575"/>
                    <a:pt x="6741837" y="2011303"/>
                  </a:cubicBezTo>
                  <a:cubicBezTo>
                    <a:pt x="6923207" y="2047445"/>
                    <a:pt x="7084099" y="2140300"/>
                    <a:pt x="7177993" y="2304118"/>
                  </a:cubicBezTo>
                  <a:cubicBezTo>
                    <a:pt x="7192053" y="2328653"/>
                    <a:pt x="7204038" y="2353754"/>
                    <a:pt x="7214418" y="2379327"/>
                  </a:cubicBezTo>
                  <a:cubicBezTo>
                    <a:pt x="7306519" y="2606748"/>
                    <a:pt x="7267546" y="2871820"/>
                    <a:pt x="7346435" y="3101505"/>
                  </a:cubicBezTo>
                  <a:cubicBezTo>
                    <a:pt x="7405225" y="3272967"/>
                    <a:pt x="7527334" y="3411590"/>
                    <a:pt x="7679073" y="3512278"/>
                  </a:cubicBezTo>
                  <a:cubicBezTo>
                    <a:pt x="7813827" y="3601358"/>
                    <a:pt x="7971417" y="3661186"/>
                    <a:pt x="8130045" y="3688835"/>
                  </a:cubicBezTo>
                  <a:cubicBezTo>
                    <a:pt x="8400684" y="3736584"/>
                    <a:pt x="8677364" y="3707991"/>
                    <a:pt x="8953193" y="3671472"/>
                  </a:cubicBezTo>
                  <a:cubicBezTo>
                    <a:pt x="9020947" y="3662413"/>
                    <a:pt x="9088608" y="3652882"/>
                    <a:pt x="9156173" y="3643823"/>
                  </a:cubicBezTo>
                  <a:cubicBezTo>
                    <a:pt x="10118228" y="3513882"/>
                    <a:pt x="11101703" y="3477363"/>
                    <a:pt x="12087632" y="3546815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42;p1"/>
            <p:cNvSpPr/>
            <p:nvPr/>
          </p:nvSpPr>
          <p:spPr>
            <a:xfrm>
              <a:off x="98800" y="7814649"/>
              <a:ext cx="12084423" cy="3831239"/>
            </a:xfrm>
            <a:custGeom>
              <a:avLst/>
              <a:gdLst/>
              <a:ahLst/>
              <a:cxnLst/>
              <a:rect l="l" t="t" r="r" b="b"/>
              <a:pathLst>
                <a:path w="12084423" h="3831239" extrusionOk="0">
                  <a:moveTo>
                    <a:pt x="0" y="0"/>
                  </a:moveTo>
                  <a:cubicBezTo>
                    <a:pt x="230912" y="365383"/>
                    <a:pt x="921572" y="1601568"/>
                    <a:pt x="1342347" y="1700369"/>
                  </a:cubicBezTo>
                  <a:cubicBezTo>
                    <a:pt x="1677910" y="1779164"/>
                    <a:pt x="2025269" y="1645354"/>
                    <a:pt x="2331295" y="1486631"/>
                  </a:cubicBezTo>
                  <a:cubicBezTo>
                    <a:pt x="2637322" y="1327909"/>
                    <a:pt x="2939480" y="1138046"/>
                    <a:pt x="3281271" y="1093694"/>
                  </a:cubicBezTo>
                  <a:cubicBezTo>
                    <a:pt x="3623062" y="1049343"/>
                    <a:pt x="4023171" y="1205423"/>
                    <a:pt x="4122255" y="1535607"/>
                  </a:cubicBezTo>
                  <a:cubicBezTo>
                    <a:pt x="4210770" y="1830310"/>
                    <a:pt x="4037515" y="2161815"/>
                    <a:pt x="4145563" y="2449913"/>
                  </a:cubicBezTo>
                  <a:cubicBezTo>
                    <a:pt x="4282110" y="2814257"/>
                    <a:pt x="4788474" y="2886352"/>
                    <a:pt x="5150365" y="2743578"/>
                  </a:cubicBezTo>
                  <a:cubicBezTo>
                    <a:pt x="5512256" y="2600803"/>
                    <a:pt x="5801863" y="2316103"/>
                    <a:pt x="6156017" y="2154927"/>
                  </a:cubicBezTo>
                  <a:cubicBezTo>
                    <a:pt x="6510170" y="1993751"/>
                    <a:pt x="7008891" y="2008566"/>
                    <a:pt x="7199603" y="2347621"/>
                  </a:cubicBezTo>
                  <a:cubicBezTo>
                    <a:pt x="7334639" y="2587781"/>
                    <a:pt x="7261129" y="2891826"/>
                    <a:pt x="7338603" y="3156143"/>
                  </a:cubicBezTo>
                  <a:cubicBezTo>
                    <a:pt x="7436648" y="3490857"/>
                    <a:pt x="7768248" y="3713559"/>
                    <a:pt x="8108624" y="3789240"/>
                  </a:cubicBezTo>
                  <a:cubicBezTo>
                    <a:pt x="8448999" y="3864921"/>
                    <a:pt x="8802964" y="3821513"/>
                    <a:pt x="9150228" y="3789146"/>
                  </a:cubicBezTo>
                  <a:cubicBezTo>
                    <a:pt x="10125494" y="3698272"/>
                    <a:pt x="11109158" y="3697989"/>
                    <a:pt x="12084423" y="3788296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7680BBA9-D448-442F-E4E2-B6967EF2820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705272" y="6324234"/>
            <a:ext cx="741068" cy="381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4" r:id="rId2"/>
    <p:sldLayoutId id="2147483655" r:id="rId3"/>
    <p:sldLayoutId id="2147483657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owasp.org/www-project-web-security-testing-guide/stable/4-Web_Application_Security_Testing/03-Identity_Management_Testing/02-Test_User_Registration_Process.html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we.mitre.org/data/definitions/1425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rst.org/cvss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ve.mitre.org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zerodium.com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bughunters.google.com/" TargetMode="External"/><Relationship Id="rId3" Type="http://schemas.openxmlformats.org/officeDocument/2006/relationships/hyperlink" Target="https://hackerone.com/" TargetMode="External"/><Relationship Id="rId7" Type="http://schemas.openxmlformats.org/officeDocument/2006/relationships/hyperlink" Target="https://msrc.microsoft.com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eswehack.com/fr" TargetMode="External"/><Relationship Id="rId5" Type="http://schemas.openxmlformats.org/officeDocument/2006/relationships/hyperlink" Target="https://www.intigriti.com/" TargetMode="External"/><Relationship Id="rId4" Type="http://schemas.openxmlformats.org/officeDocument/2006/relationships/hyperlink" Target="https://www.bugcrowd.com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5"/>
          <p:cNvSpPr txBox="1">
            <a:spLocks noGrp="1"/>
          </p:cNvSpPr>
          <p:nvPr>
            <p:ph type="body" idx="1"/>
          </p:nvPr>
        </p:nvSpPr>
        <p:spPr>
          <a:xfrm>
            <a:off x="1653300" y="4052850"/>
            <a:ext cx="88944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  <a:buNone/>
            </a:pPr>
            <a:r>
              <a:rPr lang="en" sz="2100" dirty="0">
                <a:solidFill>
                  <a:schemeClr val="accent1"/>
                </a:solidFill>
              </a:rPr>
              <a:t>&lt;p&gt;</a:t>
            </a:r>
            <a:r>
              <a:rPr lang="en" sz="2100" dirty="0">
                <a:solidFill>
                  <a:schemeClr val="accent3"/>
                </a:solidFill>
              </a:rPr>
              <a:t> </a:t>
            </a:r>
            <a:r>
              <a:rPr lang="fr-FR" dirty="0"/>
              <a:t>I </a:t>
            </a:r>
            <a:r>
              <a:rPr lang="fr-FR" dirty="0" err="1"/>
              <a:t>almost</a:t>
            </a:r>
            <a:r>
              <a:rPr lang="fr-FR" dirty="0"/>
              <a:t> </a:t>
            </a:r>
            <a:r>
              <a:rPr lang="fr-FR" dirty="0" err="1"/>
              <a:t>wish</a:t>
            </a:r>
            <a:r>
              <a:rPr lang="fr-FR" dirty="0"/>
              <a:t> I </a:t>
            </a:r>
            <a:r>
              <a:rPr lang="fr-FR" dirty="0" err="1"/>
              <a:t>hadn't</a:t>
            </a:r>
            <a:r>
              <a:rPr lang="fr-FR" dirty="0"/>
              <a:t> gone down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rabbit-hole</a:t>
            </a:r>
            <a:r>
              <a:rPr lang="fr-FR" dirty="0"/>
              <a:t>—and </a:t>
            </a:r>
            <a:r>
              <a:rPr lang="fr-FR" dirty="0" err="1"/>
              <a:t>yet</a:t>
            </a:r>
            <a:r>
              <a:rPr lang="fr-FR" dirty="0"/>
              <a:t>—and </a:t>
            </a:r>
            <a:r>
              <a:rPr lang="fr-FR" dirty="0" err="1"/>
              <a:t>yet</a:t>
            </a:r>
            <a:r>
              <a:rPr lang="fr-FR" dirty="0"/>
              <a:t>—</a:t>
            </a:r>
            <a:r>
              <a:rPr lang="fr-FR" dirty="0" err="1"/>
              <a:t>it's</a:t>
            </a:r>
            <a:r>
              <a:rPr lang="fr-FR" dirty="0"/>
              <a:t> </a:t>
            </a:r>
            <a:r>
              <a:rPr lang="fr-FR" dirty="0" err="1"/>
              <a:t>rather</a:t>
            </a:r>
            <a:r>
              <a:rPr lang="fr-FR" dirty="0"/>
              <a:t> </a:t>
            </a:r>
            <a:r>
              <a:rPr lang="fr-FR" dirty="0" err="1"/>
              <a:t>curious</a:t>
            </a:r>
            <a:r>
              <a:rPr lang="fr-FR" dirty="0"/>
              <a:t>, </a:t>
            </a:r>
            <a:r>
              <a:rPr lang="fr-FR" dirty="0" err="1"/>
              <a:t>you</a:t>
            </a:r>
            <a:r>
              <a:rPr lang="fr-FR" dirty="0"/>
              <a:t> know, </a:t>
            </a:r>
            <a:r>
              <a:rPr lang="fr-FR" dirty="0" err="1"/>
              <a:t>this</a:t>
            </a:r>
            <a:r>
              <a:rPr lang="fr-FR" dirty="0"/>
              <a:t> sort of life!”</a:t>
            </a:r>
            <a:r>
              <a:rPr lang="en" dirty="0"/>
              <a:t>.</a:t>
            </a:r>
            <a:r>
              <a:rPr lang="en" sz="2100" dirty="0">
                <a:solidFill>
                  <a:schemeClr val="accent1"/>
                </a:solidFill>
              </a:rPr>
              <a:t>&lt;/p&gt;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411" name="Google Shape;411;p25"/>
          <p:cNvSpPr txBox="1">
            <a:spLocks noGrp="1"/>
          </p:cNvSpPr>
          <p:nvPr>
            <p:ph type="title"/>
          </p:nvPr>
        </p:nvSpPr>
        <p:spPr>
          <a:xfrm>
            <a:off x="3506900" y="2041675"/>
            <a:ext cx="7345500" cy="1575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/>
              <a:t>Everything’s about </a:t>
            </a:r>
            <a:br>
              <a:rPr lang="en" sz="4800" dirty="0"/>
            </a:br>
            <a:r>
              <a:rPr lang="en" dirty="0">
                <a:solidFill>
                  <a:schemeClr val="accent1"/>
                </a:solidFill>
              </a:rPr>
              <a:t>BUG HUNTING</a:t>
            </a:r>
            <a:endParaRPr sz="4800" dirty="0"/>
          </a:p>
        </p:txBody>
      </p:sp>
      <p:sp>
        <p:nvSpPr>
          <p:cNvPr id="412" name="Google Shape;412;p25"/>
          <p:cNvSpPr/>
          <p:nvPr/>
        </p:nvSpPr>
        <p:spPr>
          <a:xfrm>
            <a:off x="1663550" y="2130577"/>
            <a:ext cx="1627849" cy="1486099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>
                  <a:noFill/>
                </a:ln>
                <a:solidFill>
                  <a:schemeClr val="accent1"/>
                </a:solidFill>
                <a:latin typeface="Roboto Mono"/>
              </a:rPr>
              <a:t>0</a:t>
            </a:r>
            <a:r>
              <a:rPr lang="fr-FR" b="1" i="0" dirty="0">
                <a:ln>
                  <a:noFill/>
                </a:ln>
                <a:solidFill>
                  <a:schemeClr val="accent1"/>
                </a:solidFill>
                <a:latin typeface="Roboto Mono"/>
              </a:rPr>
              <a:t>2</a:t>
            </a:r>
            <a:endParaRPr b="1" i="0" dirty="0">
              <a:ln>
                <a:noFill/>
              </a:ln>
              <a:solidFill>
                <a:schemeClr val="accent1"/>
              </a:solidFill>
              <a:latin typeface="Roboto Mon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28"/>
          <p:cNvSpPr txBox="1">
            <a:spLocks noGrp="1"/>
          </p:cNvSpPr>
          <p:nvPr>
            <p:ph type="title"/>
          </p:nvPr>
        </p:nvSpPr>
        <p:spPr>
          <a:xfrm>
            <a:off x="819250" y="2102125"/>
            <a:ext cx="10606800" cy="316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GB" sz="5400" dirty="0">
                <a:solidFill>
                  <a:schemeClr val="accent2"/>
                </a:solidFill>
              </a:rPr>
              <a:t>Bug Hunting </a:t>
            </a:r>
            <a:r>
              <a:rPr lang="en-GB" dirty="0"/>
              <a:t>is less about finding errors and more about changes more </a:t>
            </a:r>
            <a:r>
              <a:rPr lang="en-GB" sz="5400" dirty="0">
                <a:solidFill>
                  <a:schemeClr val="accent1"/>
                </a:solidFill>
              </a:rPr>
              <a:t>uncovering hidden stories </a:t>
            </a:r>
            <a:r>
              <a:rPr lang="en-GB" dirty="0"/>
              <a:t>in code</a:t>
            </a:r>
          </a:p>
        </p:txBody>
      </p:sp>
      <p:sp>
        <p:nvSpPr>
          <p:cNvPr id="432" name="Google Shape;432;p28"/>
          <p:cNvSpPr txBox="1">
            <a:spLocks noGrp="1"/>
          </p:cNvSpPr>
          <p:nvPr>
            <p:ph type="subTitle" idx="1"/>
          </p:nvPr>
        </p:nvSpPr>
        <p:spPr>
          <a:xfrm>
            <a:off x="8070450" y="5758050"/>
            <a:ext cx="3754500" cy="717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Someone</a:t>
            </a:r>
            <a:endParaRPr dirty="0"/>
          </a:p>
        </p:txBody>
      </p:sp>
      <p:grpSp>
        <p:nvGrpSpPr>
          <p:cNvPr id="433" name="Google Shape;433;p28"/>
          <p:cNvGrpSpPr/>
          <p:nvPr/>
        </p:nvGrpSpPr>
        <p:grpSpPr>
          <a:xfrm rot="10800000">
            <a:off x="5477077" y="954626"/>
            <a:ext cx="1237846" cy="872004"/>
            <a:chOff x="621403" y="597265"/>
            <a:chExt cx="1588204" cy="1118814"/>
          </a:xfrm>
        </p:grpSpPr>
        <p:sp>
          <p:nvSpPr>
            <p:cNvPr id="434" name="Google Shape;434;p28"/>
            <p:cNvSpPr/>
            <p:nvPr/>
          </p:nvSpPr>
          <p:spPr>
            <a:xfrm>
              <a:off x="1448058" y="597265"/>
              <a:ext cx="761549" cy="1118814"/>
            </a:xfrm>
            <a:custGeom>
              <a:avLst/>
              <a:gdLst/>
              <a:ahLst/>
              <a:cxnLst/>
              <a:rect l="l" t="t" r="r" b="b"/>
              <a:pathLst>
                <a:path w="761549" h="1118814" extrusionOk="0">
                  <a:moveTo>
                    <a:pt x="-524" y="1117297"/>
                  </a:moveTo>
                  <a:lnTo>
                    <a:pt x="-524" y="996558"/>
                  </a:lnTo>
                  <a:cubicBezTo>
                    <a:pt x="160246" y="977266"/>
                    <a:pt x="278895" y="901864"/>
                    <a:pt x="338058" y="740612"/>
                  </a:cubicBezTo>
                  <a:cubicBezTo>
                    <a:pt x="312656" y="732412"/>
                    <a:pt x="292400" y="726464"/>
                    <a:pt x="272463" y="719551"/>
                  </a:cubicBezTo>
                  <a:cubicBezTo>
                    <a:pt x="93848" y="657011"/>
                    <a:pt x="-5830" y="480325"/>
                    <a:pt x="31308" y="291741"/>
                  </a:cubicBezTo>
                  <a:cubicBezTo>
                    <a:pt x="64909" y="120199"/>
                    <a:pt x="237095" y="-11311"/>
                    <a:pt x="412334" y="425"/>
                  </a:cubicBezTo>
                  <a:cubicBezTo>
                    <a:pt x="596255" y="11358"/>
                    <a:pt x="744051" y="156019"/>
                    <a:pt x="758954" y="339651"/>
                  </a:cubicBezTo>
                  <a:cubicBezTo>
                    <a:pt x="792877" y="741255"/>
                    <a:pt x="404456" y="1143502"/>
                    <a:pt x="-524" y="1117297"/>
                  </a:cubicBezTo>
                  <a:close/>
                </a:path>
              </a:pathLst>
            </a:cu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28"/>
            <p:cNvSpPr/>
            <p:nvPr/>
          </p:nvSpPr>
          <p:spPr>
            <a:xfrm>
              <a:off x="621403" y="597265"/>
              <a:ext cx="761549" cy="1118814"/>
            </a:xfrm>
            <a:custGeom>
              <a:avLst/>
              <a:gdLst/>
              <a:ahLst/>
              <a:cxnLst/>
              <a:rect l="l" t="t" r="r" b="b"/>
              <a:pathLst>
                <a:path w="761549" h="1118814" extrusionOk="0">
                  <a:moveTo>
                    <a:pt x="-524" y="1117297"/>
                  </a:moveTo>
                  <a:lnTo>
                    <a:pt x="-524" y="996558"/>
                  </a:lnTo>
                  <a:cubicBezTo>
                    <a:pt x="160246" y="977266"/>
                    <a:pt x="278895" y="901864"/>
                    <a:pt x="338058" y="740612"/>
                  </a:cubicBezTo>
                  <a:cubicBezTo>
                    <a:pt x="312656" y="732412"/>
                    <a:pt x="292400" y="726464"/>
                    <a:pt x="272463" y="719551"/>
                  </a:cubicBezTo>
                  <a:cubicBezTo>
                    <a:pt x="93848" y="657011"/>
                    <a:pt x="-5830" y="480325"/>
                    <a:pt x="31308" y="291741"/>
                  </a:cubicBezTo>
                  <a:cubicBezTo>
                    <a:pt x="64909" y="120199"/>
                    <a:pt x="237095" y="-11311"/>
                    <a:pt x="412334" y="425"/>
                  </a:cubicBezTo>
                  <a:cubicBezTo>
                    <a:pt x="596255" y="11358"/>
                    <a:pt x="744051" y="156019"/>
                    <a:pt x="758954" y="339651"/>
                  </a:cubicBezTo>
                  <a:cubicBezTo>
                    <a:pt x="792877" y="741255"/>
                    <a:pt x="404456" y="1143502"/>
                    <a:pt x="-524" y="1117297"/>
                  </a:cubicBezTo>
                  <a:close/>
                </a:path>
              </a:pathLst>
            </a:cu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6"/>
          <p:cNvSpPr txBox="1">
            <a:spLocks noGrp="1"/>
          </p:cNvSpPr>
          <p:nvPr>
            <p:ph type="title"/>
          </p:nvPr>
        </p:nvSpPr>
        <p:spPr>
          <a:xfrm>
            <a:off x="1201000" y="1255500"/>
            <a:ext cx="77940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>
                <a:solidFill>
                  <a:schemeClr val="accent3"/>
                </a:solidFill>
              </a:rPr>
              <a:t>Pentest </a:t>
            </a:r>
            <a:r>
              <a:rPr lang="en" sz="2800" dirty="0"/>
              <a:t>is not </a:t>
            </a:r>
            <a:r>
              <a:rPr lang="en" sz="2800" dirty="0">
                <a:solidFill>
                  <a:schemeClr val="accent3"/>
                </a:solidFill>
              </a:rPr>
              <a:t>PAIN TEST </a:t>
            </a:r>
            <a:r>
              <a:rPr lang="en" sz="2800" dirty="0"/>
              <a:t>!!!</a:t>
            </a:r>
            <a:endParaRPr sz="2800" dirty="0">
              <a:solidFill>
                <a:schemeClr val="accent3"/>
              </a:solidFill>
            </a:endParaRPr>
          </a:p>
        </p:txBody>
      </p:sp>
      <p:sp>
        <p:nvSpPr>
          <p:cNvPr id="418" name="Google Shape;418;p26"/>
          <p:cNvSpPr txBox="1">
            <a:spLocks noGrp="1"/>
          </p:cNvSpPr>
          <p:nvPr>
            <p:ph type="subTitle" idx="1"/>
          </p:nvPr>
        </p:nvSpPr>
        <p:spPr>
          <a:xfrm>
            <a:off x="1200999" y="2305299"/>
            <a:ext cx="9570095" cy="2533701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2100"/>
              </a:spcAft>
              <a:buNone/>
            </a:pPr>
            <a:r>
              <a:rPr lang="en" b="0" dirty="0">
                <a:solidFill>
                  <a:schemeClr val="accent3"/>
                </a:solidFill>
              </a:rPr>
              <a:t>&lt;</a:t>
            </a:r>
            <a:r>
              <a:rPr lang="en" b="0" dirty="0" err="1">
                <a:solidFill>
                  <a:schemeClr val="accent3"/>
                </a:solidFill>
              </a:rPr>
              <a:t>ul</a:t>
            </a:r>
            <a:r>
              <a:rPr lang="en" b="0" dirty="0">
                <a:solidFill>
                  <a:schemeClr val="accent3"/>
                </a:solidFill>
              </a:rPr>
              <a:t>&gt;</a:t>
            </a:r>
            <a:r>
              <a:rPr lang="en" b="0" dirty="0"/>
              <a:t> </a:t>
            </a:r>
            <a:endParaRPr lang="fr-FR" b="0" dirty="0"/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fr-FR" b="0" dirty="0">
                <a:solidFill>
                  <a:schemeClr val="accent3"/>
                </a:solidFill>
              </a:rPr>
              <a:t>	&lt;li&gt; </a:t>
            </a:r>
            <a:r>
              <a:rPr lang="fr-FR" b="0" dirty="0">
                <a:solidFill>
                  <a:schemeClr val="tx1"/>
                </a:solidFill>
              </a:rPr>
              <a:t>The goal </a:t>
            </a:r>
            <a:r>
              <a:rPr lang="fr-FR" b="0" dirty="0" err="1">
                <a:solidFill>
                  <a:schemeClr val="tx1"/>
                </a:solidFill>
              </a:rPr>
              <a:t>is</a:t>
            </a:r>
            <a:r>
              <a:rPr lang="fr-FR" b="0" dirty="0">
                <a:solidFill>
                  <a:schemeClr val="tx1"/>
                </a:solidFill>
              </a:rPr>
              <a:t> </a:t>
            </a:r>
            <a:r>
              <a:rPr lang="fr-FR" b="0" dirty="0">
                <a:solidFill>
                  <a:schemeClr val="accent3"/>
                </a:solidFill>
              </a:rPr>
              <a:t>NOT</a:t>
            </a:r>
            <a:r>
              <a:rPr lang="fr-FR" b="0" dirty="0">
                <a:solidFill>
                  <a:schemeClr val="tx1"/>
                </a:solidFill>
              </a:rPr>
              <a:t> to </a:t>
            </a:r>
            <a:r>
              <a:rPr lang="fr-FR" b="0" dirty="0" err="1">
                <a:solidFill>
                  <a:schemeClr val="tx1"/>
                </a:solidFill>
              </a:rPr>
              <a:t>blame</a:t>
            </a:r>
            <a:r>
              <a:rPr lang="fr-FR" b="0" dirty="0">
                <a:solidFill>
                  <a:schemeClr val="tx1"/>
                </a:solidFill>
              </a:rPr>
              <a:t> dev team</a:t>
            </a:r>
            <a:r>
              <a:rPr lang="fr-FR" b="0" dirty="0">
                <a:solidFill>
                  <a:schemeClr val="accent3"/>
                </a:solidFill>
              </a:rPr>
              <a:t> &lt;/li&gt;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fr-FR" b="0" dirty="0">
                <a:solidFill>
                  <a:schemeClr val="accent3"/>
                </a:solidFill>
              </a:rPr>
              <a:t>	&lt;li&gt; </a:t>
            </a:r>
            <a:r>
              <a:rPr lang="fr-FR" b="0" dirty="0">
                <a:solidFill>
                  <a:schemeClr val="tx1"/>
                </a:solidFill>
              </a:rPr>
              <a:t>The goal </a:t>
            </a:r>
            <a:r>
              <a:rPr lang="fr-FR" b="0" dirty="0" err="1">
                <a:solidFill>
                  <a:schemeClr val="tx1"/>
                </a:solidFill>
              </a:rPr>
              <a:t>is</a:t>
            </a:r>
            <a:r>
              <a:rPr lang="fr-FR" b="0" dirty="0">
                <a:solidFill>
                  <a:schemeClr val="tx1"/>
                </a:solidFill>
              </a:rPr>
              <a:t> </a:t>
            </a:r>
            <a:r>
              <a:rPr lang="fr-FR" b="0" dirty="0">
                <a:solidFill>
                  <a:schemeClr val="accent3"/>
                </a:solidFill>
              </a:rPr>
              <a:t>NOT</a:t>
            </a:r>
            <a:r>
              <a:rPr lang="fr-FR" b="0" dirty="0">
                <a:solidFill>
                  <a:schemeClr val="tx1"/>
                </a:solidFill>
              </a:rPr>
              <a:t> to </a:t>
            </a:r>
            <a:r>
              <a:rPr lang="fr-FR" b="0" dirty="0" err="1">
                <a:solidFill>
                  <a:schemeClr val="tx1"/>
                </a:solidFill>
              </a:rPr>
              <a:t>blame</a:t>
            </a:r>
            <a:r>
              <a:rPr lang="fr-FR" b="0" dirty="0">
                <a:solidFill>
                  <a:schemeClr val="tx1"/>
                </a:solidFill>
              </a:rPr>
              <a:t> </a:t>
            </a:r>
            <a:r>
              <a:rPr lang="fr-FR" b="0" dirty="0" err="1">
                <a:solidFill>
                  <a:schemeClr val="tx1"/>
                </a:solidFill>
              </a:rPr>
              <a:t>vendors</a:t>
            </a:r>
            <a:r>
              <a:rPr lang="fr-FR" b="0" dirty="0">
                <a:solidFill>
                  <a:schemeClr val="accent3"/>
                </a:solidFill>
              </a:rPr>
              <a:t> 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fr-FR" b="0" dirty="0">
                <a:solidFill>
                  <a:schemeClr val="accent3"/>
                </a:solidFill>
              </a:rPr>
              <a:t>	&lt;li&gt; </a:t>
            </a:r>
            <a:r>
              <a:rPr lang="fr-FR" b="0" dirty="0">
                <a:solidFill>
                  <a:schemeClr val="tx1"/>
                </a:solidFill>
              </a:rPr>
              <a:t>The goal </a:t>
            </a:r>
            <a:r>
              <a:rPr lang="fr-FR" b="0" dirty="0" err="1">
                <a:solidFill>
                  <a:schemeClr val="tx1"/>
                </a:solidFill>
              </a:rPr>
              <a:t>is</a:t>
            </a:r>
            <a:r>
              <a:rPr lang="fr-FR" b="0" dirty="0">
                <a:solidFill>
                  <a:schemeClr val="tx1"/>
                </a:solidFill>
              </a:rPr>
              <a:t> to </a:t>
            </a:r>
            <a:r>
              <a:rPr lang="fr-FR" b="0" dirty="0">
                <a:solidFill>
                  <a:schemeClr val="accent3"/>
                </a:solidFill>
              </a:rPr>
              <a:t>HELP</a:t>
            </a:r>
            <a:r>
              <a:rPr lang="fr-FR" b="0" dirty="0">
                <a:solidFill>
                  <a:schemeClr val="tx1"/>
                </a:solidFill>
              </a:rPr>
              <a:t> </a:t>
            </a:r>
            <a:r>
              <a:rPr lang="fr-FR" b="0" dirty="0" err="1">
                <a:solidFill>
                  <a:schemeClr val="tx1"/>
                </a:solidFill>
              </a:rPr>
              <a:t>them</a:t>
            </a:r>
            <a:r>
              <a:rPr lang="fr-FR" b="0" dirty="0">
                <a:solidFill>
                  <a:schemeClr val="tx1"/>
                </a:solidFill>
              </a:rPr>
              <a:t>!</a:t>
            </a:r>
            <a:r>
              <a:rPr lang="fr-FR" b="0" dirty="0">
                <a:solidFill>
                  <a:schemeClr val="accent3"/>
                </a:solidFill>
              </a:rPr>
              <a:t> 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fr-FR" b="0" dirty="0">
                <a:solidFill>
                  <a:schemeClr val="accent3"/>
                </a:solidFill>
              </a:rPr>
              <a:t>	&lt;li&gt; </a:t>
            </a:r>
            <a:r>
              <a:rPr lang="fr-FR" b="0" dirty="0">
                <a:solidFill>
                  <a:schemeClr val="tx1"/>
                </a:solidFill>
              </a:rPr>
              <a:t>The goal </a:t>
            </a:r>
            <a:r>
              <a:rPr lang="fr-FR" b="0" dirty="0" err="1">
                <a:solidFill>
                  <a:schemeClr val="tx1"/>
                </a:solidFill>
              </a:rPr>
              <a:t>is</a:t>
            </a:r>
            <a:r>
              <a:rPr lang="fr-FR" b="0" dirty="0">
                <a:solidFill>
                  <a:schemeClr val="tx1"/>
                </a:solidFill>
              </a:rPr>
              <a:t> to </a:t>
            </a:r>
            <a:r>
              <a:rPr lang="fr-FR" b="0" dirty="0" err="1">
                <a:solidFill>
                  <a:schemeClr val="tx1"/>
                </a:solidFill>
              </a:rPr>
              <a:t>handle</a:t>
            </a:r>
            <a:r>
              <a:rPr lang="fr-FR" b="0" dirty="0">
                <a:solidFill>
                  <a:schemeClr val="tx1"/>
                </a:solidFill>
              </a:rPr>
              <a:t> </a:t>
            </a:r>
            <a:r>
              <a:rPr lang="fr-FR" b="0" dirty="0" err="1">
                <a:solidFill>
                  <a:schemeClr val="tx1"/>
                </a:solidFill>
              </a:rPr>
              <a:t>it</a:t>
            </a:r>
            <a:r>
              <a:rPr lang="fr-FR" b="0" dirty="0">
                <a:solidFill>
                  <a:schemeClr val="tx1"/>
                </a:solidFill>
              </a:rPr>
              <a:t> </a:t>
            </a:r>
            <a:r>
              <a:rPr lang="fr-FR" b="0" dirty="0" err="1">
                <a:solidFill>
                  <a:schemeClr val="tx1"/>
                </a:solidFill>
              </a:rPr>
              <a:t>before</a:t>
            </a:r>
            <a:r>
              <a:rPr lang="fr-FR" b="0" dirty="0">
                <a:solidFill>
                  <a:schemeClr val="tx1"/>
                </a:solidFill>
              </a:rPr>
              <a:t> Hackers</a:t>
            </a:r>
            <a:r>
              <a:rPr lang="fr-FR" b="0" dirty="0">
                <a:solidFill>
                  <a:schemeClr val="accent3"/>
                </a:solidFill>
              </a:rPr>
              <a:t> &lt;/li&gt;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2100"/>
              </a:spcAft>
              <a:buNone/>
            </a:pPr>
            <a:r>
              <a:rPr lang="fr-FR" b="0" dirty="0">
                <a:solidFill>
                  <a:schemeClr val="accent3"/>
                </a:solidFill>
              </a:rPr>
              <a:t>&lt;/</a:t>
            </a:r>
            <a:r>
              <a:rPr lang="fr-FR" b="0" dirty="0" err="1">
                <a:solidFill>
                  <a:schemeClr val="accent3"/>
                </a:solidFill>
              </a:rPr>
              <a:t>ul</a:t>
            </a:r>
            <a:r>
              <a:rPr lang="fr-FR" b="0" dirty="0">
                <a:solidFill>
                  <a:schemeClr val="accent3"/>
                </a:solidFill>
              </a:rPr>
              <a:t>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5BCC8DD5-3DCE-38A2-D85A-F329D6645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7FC401A5-9402-B263-A11A-7A535DFBE0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>
                <a:solidFill>
                  <a:schemeClr val="accent2"/>
                </a:solidFill>
              </a:rPr>
              <a:t>Pentest and others activities</a:t>
            </a:r>
            <a:endParaRPr sz="5400" dirty="0">
              <a:solidFill>
                <a:schemeClr val="accent2"/>
              </a:solidFill>
            </a:endParaRPr>
          </a:p>
        </p:txBody>
      </p:sp>
      <p:pic>
        <p:nvPicPr>
          <p:cNvPr id="406" name="Image 405">
            <a:extLst>
              <a:ext uri="{FF2B5EF4-FFF2-40B4-BE49-F238E27FC236}">
                <a16:creationId xmlns:a16="http://schemas.microsoft.com/office/drawing/2014/main" id="{1FB7B084-0130-F285-76AF-FF3E207B8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305" y="1844055"/>
            <a:ext cx="8637390" cy="4449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67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13166CD2-B5DB-2D4B-C929-912881B05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631D26E5-23A6-5A09-331F-AE5937621D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>
                <a:solidFill>
                  <a:schemeClr val="accent2"/>
                </a:solidFill>
              </a:rPr>
              <a:t>Pentest types</a:t>
            </a:r>
            <a:endParaRPr sz="5400" dirty="0">
              <a:solidFill>
                <a:schemeClr val="accent2"/>
              </a:solidFill>
            </a:endParaRPr>
          </a:p>
        </p:txBody>
      </p:sp>
      <p:graphicFrame>
        <p:nvGraphicFramePr>
          <p:cNvPr id="2" name="Diagramme 1">
            <a:extLst>
              <a:ext uri="{FF2B5EF4-FFF2-40B4-BE49-F238E27FC236}">
                <a16:creationId xmlns:a16="http://schemas.microsoft.com/office/drawing/2014/main" id="{2EFCFFD1-D449-B35B-FBA5-08A3E614F87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0228222"/>
              </p:ext>
            </p:extLst>
          </p:nvPr>
        </p:nvGraphicFramePr>
        <p:xfrm>
          <a:off x="1783067" y="2152107"/>
          <a:ext cx="7880245" cy="32954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3" name="Groupe 2">
            <a:extLst>
              <a:ext uri="{FF2B5EF4-FFF2-40B4-BE49-F238E27FC236}">
                <a16:creationId xmlns:a16="http://schemas.microsoft.com/office/drawing/2014/main" id="{16F08DE2-A182-68B9-EDFE-E74E816E35AC}"/>
              </a:ext>
            </a:extLst>
          </p:cNvPr>
          <p:cNvGrpSpPr/>
          <p:nvPr/>
        </p:nvGrpSpPr>
        <p:grpSpPr>
          <a:xfrm>
            <a:off x="5549967" y="2172888"/>
            <a:ext cx="5271210" cy="3197378"/>
            <a:chOff x="4634829" y="1021891"/>
            <a:chExt cx="5070280" cy="3377487"/>
          </a:xfrm>
        </p:grpSpPr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E977E030-F30E-8901-8569-4757F705130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4634829" y="1021891"/>
              <a:ext cx="5070280" cy="3377487"/>
            </a:xfrm>
            <a:prstGeom prst="parallelogram">
              <a:avLst/>
            </a:prstGeom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F9BD8E4F-1273-3F53-8042-97EBA9AA2BC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flipH="1">
              <a:off x="4634829" y="1021892"/>
              <a:ext cx="5070280" cy="3377477"/>
            </a:xfrm>
            <a:prstGeom prst="parallelogram">
              <a:avLst/>
            </a:prstGeom>
          </p:spPr>
        </p:pic>
      </p:grp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6627D088-066B-11C9-0EB7-40683116733A}"/>
              </a:ext>
            </a:extLst>
          </p:cNvPr>
          <p:cNvSpPr/>
          <p:nvPr/>
        </p:nvSpPr>
        <p:spPr>
          <a:xfrm>
            <a:off x="1559859" y="4208929"/>
            <a:ext cx="4536141" cy="1358153"/>
          </a:xfrm>
          <a:prstGeom prst="roundRect">
            <a:avLst/>
          </a:prstGeom>
          <a:noFill/>
          <a:ln w="28575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11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1470189B-DB24-42D1-E324-65642304B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07A094D7-58A4-64C0-6A60-B84B04AE92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>
                <a:solidFill>
                  <a:schemeClr val="accent2"/>
                </a:solidFill>
              </a:rPr>
              <a:t>Pentest process in companies</a:t>
            </a:r>
            <a:endParaRPr sz="5400" dirty="0">
              <a:solidFill>
                <a:schemeClr val="accent2"/>
              </a:solidFill>
            </a:endParaRPr>
          </a:p>
        </p:txBody>
      </p:sp>
      <p:grpSp>
        <p:nvGrpSpPr>
          <p:cNvPr id="404" name="Group 3">
            <a:extLst>
              <a:ext uri="{FF2B5EF4-FFF2-40B4-BE49-F238E27FC236}">
                <a16:creationId xmlns:a16="http://schemas.microsoft.com/office/drawing/2014/main" id="{ACFFFAA2-FD6A-E881-0912-92862D5E7F10}"/>
              </a:ext>
            </a:extLst>
          </p:cNvPr>
          <p:cNvGrpSpPr/>
          <p:nvPr/>
        </p:nvGrpSpPr>
        <p:grpSpPr>
          <a:xfrm>
            <a:off x="3334870" y="1536439"/>
            <a:ext cx="4673884" cy="4618288"/>
            <a:chOff x="4199068" y="646963"/>
            <a:chExt cx="6351005" cy="6325337"/>
          </a:xfrm>
        </p:grpSpPr>
        <p:sp>
          <p:nvSpPr>
            <p:cNvPr id="405" name="Oval 4">
              <a:extLst>
                <a:ext uri="{FF2B5EF4-FFF2-40B4-BE49-F238E27FC236}">
                  <a16:creationId xmlns:a16="http://schemas.microsoft.com/office/drawing/2014/main" id="{2057B497-CD56-4C2E-CB90-E6909239B733}"/>
                </a:ext>
              </a:extLst>
            </p:cNvPr>
            <p:cNvSpPr/>
            <p:nvPr/>
          </p:nvSpPr>
          <p:spPr>
            <a:xfrm rot="1582756">
              <a:off x="4703499" y="2695709"/>
              <a:ext cx="2905739" cy="559769"/>
            </a:xfrm>
            <a:prstGeom prst="ellipse">
              <a:avLst/>
            </a:prstGeom>
            <a:gradFill flip="none" rotWithShape="1">
              <a:gsLst>
                <a:gs pos="0">
                  <a:sysClr val="windowText" lastClr="000000">
                    <a:alpha val="19000"/>
                  </a:sysClr>
                </a:gs>
                <a:gs pos="100000">
                  <a:sysClr val="windowText" lastClr="000000">
                    <a:alpha val="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07" name="Freeform 5">
              <a:extLst>
                <a:ext uri="{FF2B5EF4-FFF2-40B4-BE49-F238E27FC236}">
                  <a16:creationId xmlns:a16="http://schemas.microsoft.com/office/drawing/2014/main" id="{EB43D64C-52C2-21AD-222E-03D765E45604}"/>
                </a:ext>
              </a:extLst>
            </p:cNvPr>
            <p:cNvSpPr>
              <a:spLocks/>
            </p:cNvSpPr>
            <p:nvPr/>
          </p:nvSpPr>
          <p:spPr bwMode="auto">
            <a:xfrm>
              <a:off x="4199068" y="646963"/>
              <a:ext cx="6351005" cy="6325337"/>
            </a:xfrm>
            <a:custGeom>
              <a:avLst/>
              <a:gdLst>
                <a:gd name="T0" fmla="*/ 829 w 1117"/>
                <a:gd name="T1" fmla="*/ 1112 h 1113"/>
                <a:gd name="T2" fmla="*/ 819 w 1117"/>
                <a:gd name="T3" fmla="*/ 565 h 1113"/>
                <a:gd name="T4" fmla="*/ 283 w 1117"/>
                <a:gd name="T5" fmla="*/ 93 h 1113"/>
                <a:gd name="T6" fmla="*/ 343 w 1117"/>
                <a:gd name="T7" fmla="*/ 93 h 1113"/>
                <a:gd name="T8" fmla="*/ 245 w 1117"/>
                <a:gd name="T9" fmla="*/ 0 h 1113"/>
                <a:gd name="T10" fmla="*/ 149 w 1117"/>
                <a:gd name="T11" fmla="*/ 96 h 1113"/>
                <a:gd name="T12" fmla="*/ 211 w 1117"/>
                <a:gd name="T13" fmla="*/ 96 h 1113"/>
                <a:gd name="T14" fmla="*/ 279 w 1117"/>
                <a:gd name="T15" fmla="*/ 424 h 1113"/>
                <a:gd name="T16" fmla="*/ 529 w 1117"/>
                <a:gd name="T17" fmla="*/ 695 h 1113"/>
                <a:gd name="T18" fmla="*/ 0 w 1117"/>
                <a:gd name="T19" fmla="*/ 1113 h 1113"/>
                <a:gd name="T20" fmla="*/ 829 w 1117"/>
                <a:gd name="T21" fmla="*/ 1112 h 1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17" h="1113">
                  <a:moveTo>
                    <a:pt x="829" y="1112"/>
                  </a:moveTo>
                  <a:cubicBezTo>
                    <a:pt x="829" y="1112"/>
                    <a:pt x="1117" y="775"/>
                    <a:pt x="819" y="565"/>
                  </a:cubicBezTo>
                  <a:cubicBezTo>
                    <a:pt x="521" y="355"/>
                    <a:pt x="289" y="468"/>
                    <a:pt x="283" y="93"/>
                  </a:cubicBezTo>
                  <a:cubicBezTo>
                    <a:pt x="343" y="93"/>
                    <a:pt x="343" y="93"/>
                    <a:pt x="343" y="93"/>
                  </a:cubicBezTo>
                  <a:cubicBezTo>
                    <a:pt x="245" y="0"/>
                    <a:pt x="245" y="0"/>
                    <a:pt x="245" y="0"/>
                  </a:cubicBezTo>
                  <a:cubicBezTo>
                    <a:pt x="149" y="96"/>
                    <a:pt x="149" y="96"/>
                    <a:pt x="149" y="96"/>
                  </a:cubicBezTo>
                  <a:cubicBezTo>
                    <a:pt x="211" y="96"/>
                    <a:pt x="211" y="96"/>
                    <a:pt x="211" y="96"/>
                  </a:cubicBezTo>
                  <a:cubicBezTo>
                    <a:pt x="211" y="96"/>
                    <a:pt x="191" y="339"/>
                    <a:pt x="279" y="424"/>
                  </a:cubicBezTo>
                  <a:cubicBezTo>
                    <a:pt x="367" y="509"/>
                    <a:pt x="518" y="559"/>
                    <a:pt x="529" y="695"/>
                  </a:cubicBezTo>
                  <a:cubicBezTo>
                    <a:pt x="538" y="825"/>
                    <a:pt x="417" y="947"/>
                    <a:pt x="0" y="1113"/>
                  </a:cubicBezTo>
                  <a:lnTo>
                    <a:pt x="829" y="1112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08" name="Freeform 6">
              <a:extLst>
                <a:ext uri="{FF2B5EF4-FFF2-40B4-BE49-F238E27FC236}">
                  <a16:creationId xmlns:a16="http://schemas.microsoft.com/office/drawing/2014/main" id="{2CEBD2F6-7CEE-3024-5843-B2174DDA620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98644" y="1162107"/>
              <a:ext cx="3147779" cy="5797493"/>
            </a:xfrm>
            <a:custGeom>
              <a:avLst/>
              <a:gdLst>
                <a:gd name="T0" fmla="*/ 274 w 555"/>
                <a:gd name="T1" fmla="*/ 1022 h 1022"/>
                <a:gd name="T2" fmla="*/ 518 w 555"/>
                <a:gd name="T3" fmla="*/ 628 h 1022"/>
                <a:gd name="T4" fmla="*/ 38 w 555"/>
                <a:gd name="T5" fmla="*/ 0 h 10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55" h="1022">
                  <a:moveTo>
                    <a:pt x="274" y="1022"/>
                  </a:moveTo>
                  <a:cubicBezTo>
                    <a:pt x="274" y="1022"/>
                    <a:pt x="555" y="831"/>
                    <a:pt x="518" y="628"/>
                  </a:cubicBezTo>
                  <a:cubicBezTo>
                    <a:pt x="477" y="411"/>
                    <a:pt x="0" y="394"/>
                    <a:pt x="38" y="0"/>
                  </a:cubicBezTo>
                </a:path>
              </a:pathLst>
            </a:custGeom>
            <a:noFill/>
            <a:ln w="31750" cap="flat">
              <a:solidFill>
                <a:sysClr val="window" lastClr="FFFFFF"/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09" name="Group 15">
            <a:extLst>
              <a:ext uri="{FF2B5EF4-FFF2-40B4-BE49-F238E27FC236}">
                <a16:creationId xmlns:a16="http://schemas.microsoft.com/office/drawing/2014/main" id="{E3D85ACC-DF09-97B2-F928-ABE6EFFEB4B6}"/>
              </a:ext>
            </a:extLst>
          </p:cNvPr>
          <p:cNvGrpSpPr/>
          <p:nvPr/>
        </p:nvGrpSpPr>
        <p:grpSpPr>
          <a:xfrm>
            <a:off x="4178411" y="1677429"/>
            <a:ext cx="4476863" cy="1052234"/>
            <a:chOff x="5355125" y="1157771"/>
            <a:chExt cx="4476862" cy="1052235"/>
          </a:xfrm>
        </p:grpSpPr>
        <p:sp>
          <p:nvSpPr>
            <p:cNvPr id="410" name="Oval 16">
              <a:extLst>
                <a:ext uri="{FF2B5EF4-FFF2-40B4-BE49-F238E27FC236}">
                  <a16:creationId xmlns:a16="http://schemas.microsoft.com/office/drawing/2014/main" id="{F4AF93BD-BF54-66AF-76A9-CDE15BFAF8C8}"/>
                </a:ext>
              </a:extLst>
            </p:cNvPr>
            <p:cNvSpPr/>
            <p:nvPr/>
          </p:nvSpPr>
          <p:spPr>
            <a:xfrm>
              <a:off x="5482932" y="2069379"/>
              <a:ext cx="557833" cy="140627"/>
            </a:xfrm>
            <a:prstGeom prst="ellipse">
              <a:avLst/>
            </a:prstGeom>
            <a:gradFill flip="none" rotWithShape="1">
              <a:gsLst>
                <a:gs pos="0">
                  <a:sysClr val="windowText" lastClr="000000">
                    <a:alpha val="27000"/>
                  </a:sysClr>
                </a:gs>
                <a:gs pos="100000">
                  <a:sysClr val="windowText" lastClr="000000">
                    <a:alpha val="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11" name="Teardrop 17">
              <a:extLst>
                <a:ext uri="{FF2B5EF4-FFF2-40B4-BE49-F238E27FC236}">
                  <a16:creationId xmlns:a16="http://schemas.microsoft.com/office/drawing/2014/main" id="{909A2A6F-EA77-1010-FE75-99CE91449806}"/>
                </a:ext>
              </a:extLst>
            </p:cNvPr>
            <p:cNvSpPr/>
            <p:nvPr/>
          </p:nvSpPr>
          <p:spPr>
            <a:xfrm rot="8100000">
              <a:off x="5355125" y="1157771"/>
              <a:ext cx="813449" cy="813449"/>
            </a:xfrm>
            <a:prstGeom prst="teardrop">
              <a:avLst/>
            </a:prstGeom>
            <a:solidFill>
              <a:srgbClr val="27509B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12" name="Oval 18">
              <a:extLst>
                <a:ext uri="{FF2B5EF4-FFF2-40B4-BE49-F238E27FC236}">
                  <a16:creationId xmlns:a16="http://schemas.microsoft.com/office/drawing/2014/main" id="{8ADA1DC5-BA13-94FC-5391-FFD135C57615}"/>
                </a:ext>
              </a:extLst>
            </p:cNvPr>
            <p:cNvSpPr/>
            <p:nvPr/>
          </p:nvSpPr>
          <p:spPr>
            <a:xfrm>
              <a:off x="5496385" y="1299032"/>
              <a:ext cx="530927" cy="530927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13" name="Content Placeholder 2">
              <a:extLst>
                <a:ext uri="{FF2B5EF4-FFF2-40B4-BE49-F238E27FC236}">
                  <a16:creationId xmlns:a16="http://schemas.microsoft.com/office/drawing/2014/main" id="{13C596D4-C2F8-155B-66E7-28E133633B50}"/>
                </a:ext>
              </a:extLst>
            </p:cNvPr>
            <p:cNvSpPr txBox="1">
              <a:spLocks/>
            </p:cNvSpPr>
            <p:nvPr/>
          </p:nvSpPr>
          <p:spPr>
            <a:xfrm>
              <a:off x="6549035" y="1194326"/>
              <a:ext cx="3282952" cy="714235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75000"/>
                    </a:schemeClr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Restitution meeting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The report is presented to project team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Project team and vendor can plan fix and reset environment if needed</a:t>
              </a:r>
            </a:p>
          </p:txBody>
        </p:sp>
        <p:grpSp>
          <p:nvGrpSpPr>
            <p:cNvPr id="414" name="Group 20">
              <a:extLst>
                <a:ext uri="{FF2B5EF4-FFF2-40B4-BE49-F238E27FC236}">
                  <a16:creationId xmlns:a16="http://schemas.microsoft.com/office/drawing/2014/main" id="{E6C81D73-9DE0-0AFC-64C5-307C965D9872}"/>
                </a:ext>
              </a:extLst>
            </p:cNvPr>
            <p:cNvGrpSpPr/>
            <p:nvPr/>
          </p:nvGrpSpPr>
          <p:grpSpPr>
            <a:xfrm>
              <a:off x="5620724" y="1401188"/>
              <a:ext cx="284163" cy="279399"/>
              <a:chOff x="7615238" y="3059113"/>
              <a:chExt cx="284163" cy="279399"/>
            </a:xfrm>
            <a:solidFill>
              <a:srgbClr val="27509B"/>
            </a:solidFill>
          </p:grpSpPr>
          <p:sp>
            <p:nvSpPr>
              <p:cNvPr id="415" name="Freeform 282">
                <a:extLst>
                  <a:ext uri="{FF2B5EF4-FFF2-40B4-BE49-F238E27FC236}">
                    <a16:creationId xmlns:a16="http://schemas.microsoft.com/office/drawing/2014/main" id="{DBEC81F9-E0C2-2234-6007-E86DA29D1B1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696200" y="3059113"/>
                <a:ext cx="123825" cy="127000"/>
              </a:xfrm>
              <a:custGeom>
                <a:avLst/>
                <a:gdLst>
                  <a:gd name="T0" fmla="*/ 198 w 389"/>
                  <a:gd name="T1" fmla="*/ 284 h 404"/>
                  <a:gd name="T2" fmla="*/ 190 w 389"/>
                  <a:gd name="T3" fmla="*/ 284 h 404"/>
                  <a:gd name="T4" fmla="*/ 94 w 389"/>
                  <a:gd name="T5" fmla="*/ 347 h 404"/>
                  <a:gd name="T6" fmla="*/ 134 w 389"/>
                  <a:gd name="T7" fmla="*/ 253 h 404"/>
                  <a:gd name="T8" fmla="*/ 132 w 389"/>
                  <a:gd name="T9" fmla="*/ 245 h 404"/>
                  <a:gd name="T10" fmla="*/ 56 w 389"/>
                  <a:gd name="T11" fmla="*/ 179 h 404"/>
                  <a:gd name="T12" fmla="*/ 155 w 389"/>
                  <a:gd name="T13" fmla="*/ 178 h 404"/>
                  <a:gd name="T14" fmla="*/ 161 w 389"/>
                  <a:gd name="T15" fmla="*/ 173 h 404"/>
                  <a:gd name="T16" fmla="*/ 194 w 389"/>
                  <a:gd name="T17" fmla="*/ 67 h 404"/>
                  <a:gd name="T18" fmla="*/ 227 w 389"/>
                  <a:gd name="T19" fmla="*/ 173 h 404"/>
                  <a:gd name="T20" fmla="*/ 234 w 389"/>
                  <a:gd name="T21" fmla="*/ 178 h 404"/>
                  <a:gd name="T22" fmla="*/ 333 w 389"/>
                  <a:gd name="T23" fmla="*/ 179 h 404"/>
                  <a:gd name="T24" fmla="*/ 256 w 389"/>
                  <a:gd name="T25" fmla="*/ 247 h 404"/>
                  <a:gd name="T26" fmla="*/ 255 w 389"/>
                  <a:gd name="T27" fmla="*/ 255 h 404"/>
                  <a:gd name="T28" fmla="*/ 295 w 389"/>
                  <a:gd name="T29" fmla="*/ 347 h 404"/>
                  <a:gd name="T30" fmla="*/ 329 w 389"/>
                  <a:gd name="T31" fmla="*/ 404 h 404"/>
                  <a:gd name="T32" fmla="*/ 339 w 389"/>
                  <a:gd name="T33" fmla="*/ 400 h 404"/>
                  <a:gd name="T34" fmla="*/ 343 w 389"/>
                  <a:gd name="T35" fmla="*/ 392 h 404"/>
                  <a:gd name="T36" fmla="*/ 343 w 389"/>
                  <a:gd name="T37" fmla="*/ 383 h 404"/>
                  <a:gd name="T38" fmla="*/ 383 w 389"/>
                  <a:gd name="T39" fmla="*/ 176 h 404"/>
                  <a:gd name="T40" fmla="*/ 388 w 389"/>
                  <a:gd name="T41" fmla="*/ 168 h 404"/>
                  <a:gd name="T42" fmla="*/ 388 w 389"/>
                  <a:gd name="T43" fmla="*/ 159 h 404"/>
                  <a:gd name="T44" fmla="*/ 382 w 389"/>
                  <a:gd name="T45" fmla="*/ 152 h 404"/>
                  <a:gd name="T46" fmla="*/ 374 w 389"/>
                  <a:gd name="T47" fmla="*/ 149 h 404"/>
                  <a:gd name="T48" fmla="*/ 208 w 389"/>
                  <a:gd name="T49" fmla="*/ 10 h 404"/>
                  <a:gd name="T50" fmla="*/ 203 w 389"/>
                  <a:gd name="T51" fmla="*/ 3 h 404"/>
                  <a:gd name="T52" fmla="*/ 194 w 389"/>
                  <a:gd name="T53" fmla="*/ 0 h 404"/>
                  <a:gd name="T54" fmla="*/ 186 w 389"/>
                  <a:gd name="T55" fmla="*/ 3 h 404"/>
                  <a:gd name="T56" fmla="*/ 180 w 389"/>
                  <a:gd name="T57" fmla="*/ 10 h 404"/>
                  <a:gd name="T58" fmla="*/ 15 w 389"/>
                  <a:gd name="T59" fmla="*/ 149 h 404"/>
                  <a:gd name="T60" fmla="*/ 6 w 389"/>
                  <a:gd name="T61" fmla="*/ 152 h 404"/>
                  <a:gd name="T62" fmla="*/ 1 w 389"/>
                  <a:gd name="T63" fmla="*/ 159 h 404"/>
                  <a:gd name="T64" fmla="*/ 1 w 389"/>
                  <a:gd name="T65" fmla="*/ 168 h 404"/>
                  <a:gd name="T66" fmla="*/ 5 w 389"/>
                  <a:gd name="T67" fmla="*/ 176 h 404"/>
                  <a:gd name="T68" fmla="*/ 46 w 389"/>
                  <a:gd name="T69" fmla="*/ 383 h 404"/>
                  <a:gd name="T70" fmla="*/ 46 w 389"/>
                  <a:gd name="T71" fmla="*/ 392 h 404"/>
                  <a:gd name="T72" fmla="*/ 50 w 389"/>
                  <a:gd name="T73" fmla="*/ 400 h 404"/>
                  <a:gd name="T74" fmla="*/ 58 w 389"/>
                  <a:gd name="T75" fmla="*/ 404 h 404"/>
                  <a:gd name="T76" fmla="*/ 68 w 389"/>
                  <a:gd name="T77" fmla="*/ 401 h 404"/>
                  <a:gd name="T78" fmla="*/ 320 w 389"/>
                  <a:gd name="T79" fmla="*/ 401 h 404"/>
                  <a:gd name="T80" fmla="*/ 329 w 389"/>
                  <a:gd name="T81" fmla="*/ 404 h 4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89" h="404">
                    <a:moveTo>
                      <a:pt x="203" y="286"/>
                    </a:moveTo>
                    <a:lnTo>
                      <a:pt x="198" y="284"/>
                    </a:lnTo>
                    <a:lnTo>
                      <a:pt x="194" y="284"/>
                    </a:lnTo>
                    <a:lnTo>
                      <a:pt x="190" y="284"/>
                    </a:lnTo>
                    <a:lnTo>
                      <a:pt x="186" y="286"/>
                    </a:lnTo>
                    <a:lnTo>
                      <a:pt x="94" y="347"/>
                    </a:lnTo>
                    <a:lnTo>
                      <a:pt x="133" y="259"/>
                    </a:lnTo>
                    <a:lnTo>
                      <a:pt x="134" y="253"/>
                    </a:lnTo>
                    <a:lnTo>
                      <a:pt x="134" y="249"/>
                    </a:lnTo>
                    <a:lnTo>
                      <a:pt x="132" y="245"/>
                    </a:lnTo>
                    <a:lnTo>
                      <a:pt x="129" y="240"/>
                    </a:lnTo>
                    <a:lnTo>
                      <a:pt x="56" y="179"/>
                    </a:lnTo>
                    <a:lnTo>
                      <a:pt x="149" y="179"/>
                    </a:lnTo>
                    <a:lnTo>
                      <a:pt x="155" y="178"/>
                    </a:lnTo>
                    <a:lnTo>
                      <a:pt x="158" y="176"/>
                    </a:lnTo>
                    <a:lnTo>
                      <a:pt x="161" y="173"/>
                    </a:lnTo>
                    <a:lnTo>
                      <a:pt x="163" y="169"/>
                    </a:lnTo>
                    <a:lnTo>
                      <a:pt x="194" y="67"/>
                    </a:lnTo>
                    <a:lnTo>
                      <a:pt x="225" y="169"/>
                    </a:lnTo>
                    <a:lnTo>
                      <a:pt x="227" y="173"/>
                    </a:lnTo>
                    <a:lnTo>
                      <a:pt x="231" y="176"/>
                    </a:lnTo>
                    <a:lnTo>
                      <a:pt x="234" y="178"/>
                    </a:lnTo>
                    <a:lnTo>
                      <a:pt x="239" y="179"/>
                    </a:lnTo>
                    <a:lnTo>
                      <a:pt x="333" y="179"/>
                    </a:lnTo>
                    <a:lnTo>
                      <a:pt x="259" y="242"/>
                    </a:lnTo>
                    <a:lnTo>
                      <a:pt x="256" y="247"/>
                    </a:lnTo>
                    <a:lnTo>
                      <a:pt x="255" y="251"/>
                    </a:lnTo>
                    <a:lnTo>
                      <a:pt x="255" y="255"/>
                    </a:lnTo>
                    <a:lnTo>
                      <a:pt x="256" y="260"/>
                    </a:lnTo>
                    <a:lnTo>
                      <a:pt x="295" y="347"/>
                    </a:lnTo>
                    <a:lnTo>
                      <a:pt x="203" y="286"/>
                    </a:lnTo>
                    <a:close/>
                    <a:moveTo>
                      <a:pt x="329" y="404"/>
                    </a:moveTo>
                    <a:lnTo>
                      <a:pt x="334" y="403"/>
                    </a:lnTo>
                    <a:lnTo>
                      <a:pt x="339" y="400"/>
                    </a:lnTo>
                    <a:lnTo>
                      <a:pt x="342" y="396"/>
                    </a:lnTo>
                    <a:lnTo>
                      <a:pt x="343" y="392"/>
                    </a:lnTo>
                    <a:lnTo>
                      <a:pt x="344" y="387"/>
                    </a:lnTo>
                    <a:lnTo>
                      <a:pt x="343" y="383"/>
                    </a:lnTo>
                    <a:lnTo>
                      <a:pt x="287" y="259"/>
                    </a:lnTo>
                    <a:lnTo>
                      <a:pt x="383" y="176"/>
                    </a:lnTo>
                    <a:lnTo>
                      <a:pt x="387" y="172"/>
                    </a:lnTo>
                    <a:lnTo>
                      <a:pt x="388" y="168"/>
                    </a:lnTo>
                    <a:lnTo>
                      <a:pt x="389" y="163"/>
                    </a:lnTo>
                    <a:lnTo>
                      <a:pt x="388" y="159"/>
                    </a:lnTo>
                    <a:lnTo>
                      <a:pt x="386" y="155"/>
                    </a:lnTo>
                    <a:lnTo>
                      <a:pt x="382" y="152"/>
                    </a:lnTo>
                    <a:lnTo>
                      <a:pt x="378" y="151"/>
                    </a:lnTo>
                    <a:lnTo>
                      <a:pt x="374" y="149"/>
                    </a:lnTo>
                    <a:lnTo>
                      <a:pt x="250" y="149"/>
                    </a:lnTo>
                    <a:lnTo>
                      <a:pt x="208" y="10"/>
                    </a:lnTo>
                    <a:lnTo>
                      <a:pt x="206" y="6"/>
                    </a:lnTo>
                    <a:lnTo>
                      <a:pt x="203" y="3"/>
                    </a:lnTo>
                    <a:lnTo>
                      <a:pt x="198" y="1"/>
                    </a:lnTo>
                    <a:lnTo>
                      <a:pt x="194" y="0"/>
                    </a:lnTo>
                    <a:lnTo>
                      <a:pt x="190" y="1"/>
                    </a:lnTo>
                    <a:lnTo>
                      <a:pt x="186" y="3"/>
                    </a:lnTo>
                    <a:lnTo>
                      <a:pt x="182" y="6"/>
                    </a:lnTo>
                    <a:lnTo>
                      <a:pt x="180" y="10"/>
                    </a:lnTo>
                    <a:lnTo>
                      <a:pt x="139" y="149"/>
                    </a:lnTo>
                    <a:lnTo>
                      <a:pt x="15" y="149"/>
                    </a:lnTo>
                    <a:lnTo>
                      <a:pt x="10" y="151"/>
                    </a:lnTo>
                    <a:lnTo>
                      <a:pt x="6" y="152"/>
                    </a:lnTo>
                    <a:lnTo>
                      <a:pt x="3" y="155"/>
                    </a:lnTo>
                    <a:lnTo>
                      <a:pt x="1" y="159"/>
                    </a:lnTo>
                    <a:lnTo>
                      <a:pt x="0" y="163"/>
                    </a:lnTo>
                    <a:lnTo>
                      <a:pt x="1" y="168"/>
                    </a:lnTo>
                    <a:lnTo>
                      <a:pt x="2" y="172"/>
                    </a:lnTo>
                    <a:lnTo>
                      <a:pt x="5" y="176"/>
                    </a:lnTo>
                    <a:lnTo>
                      <a:pt x="101" y="256"/>
                    </a:lnTo>
                    <a:lnTo>
                      <a:pt x="46" y="383"/>
                    </a:lnTo>
                    <a:lnTo>
                      <a:pt x="44" y="387"/>
                    </a:lnTo>
                    <a:lnTo>
                      <a:pt x="46" y="392"/>
                    </a:lnTo>
                    <a:lnTo>
                      <a:pt x="47" y="396"/>
                    </a:lnTo>
                    <a:lnTo>
                      <a:pt x="50" y="400"/>
                    </a:lnTo>
                    <a:lnTo>
                      <a:pt x="54" y="403"/>
                    </a:lnTo>
                    <a:lnTo>
                      <a:pt x="58" y="404"/>
                    </a:lnTo>
                    <a:lnTo>
                      <a:pt x="64" y="403"/>
                    </a:lnTo>
                    <a:lnTo>
                      <a:pt x="68" y="401"/>
                    </a:lnTo>
                    <a:lnTo>
                      <a:pt x="194" y="317"/>
                    </a:lnTo>
                    <a:lnTo>
                      <a:pt x="320" y="401"/>
                    </a:lnTo>
                    <a:lnTo>
                      <a:pt x="325" y="403"/>
                    </a:lnTo>
                    <a:lnTo>
                      <a:pt x="329" y="404"/>
                    </a:lnTo>
                    <a:lnTo>
                      <a:pt x="329" y="404"/>
                    </a:lnTo>
                    <a:close/>
                  </a:path>
                </a:pathLst>
              </a:custGeom>
              <a:solidFill>
                <a:srgbClr val="2750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16" name="Freeform 283">
                <a:extLst>
                  <a:ext uri="{FF2B5EF4-FFF2-40B4-BE49-F238E27FC236}">
                    <a16:creationId xmlns:a16="http://schemas.microsoft.com/office/drawing/2014/main" id="{D47A3F0F-9636-741F-A101-6D516A0670F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777163" y="3209925"/>
                <a:ext cx="122238" cy="128587"/>
              </a:xfrm>
              <a:custGeom>
                <a:avLst/>
                <a:gdLst>
                  <a:gd name="T0" fmla="*/ 257 w 388"/>
                  <a:gd name="T1" fmla="*/ 246 h 403"/>
                  <a:gd name="T2" fmla="*/ 255 w 388"/>
                  <a:gd name="T3" fmla="*/ 254 h 403"/>
                  <a:gd name="T4" fmla="*/ 294 w 388"/>
                  <a:gd name="T5" fmla="*/ 347 h 403"/>
                  <a:gd name="T6" fmla="*/ 199 w 388"/>
                  <a:gd name="T7" fmla="*/ 284 h 403"/>
                  <a:gd name="T8" fmla="*/ 190 w 388"/>
                  <a:gd name="T9" fmla="*/ 284 h 403"/>
                  <a:gd name="T10" fmla="*/ 94 w 388"/>
                  <a:gd name="T11" fmla="*/ 347 h 403"/>
                  <a:gd name="T12" fmla="*/ 135 w 388"/>
                  <a:gd name="T13" fmla="*/ 253 h 403"/>
                  <a:gd name="T14" fmla="*/ 133 w 388"/>
                  <a:gd name="T15" fmla="*/ 244 h 403"/>
                  <a:gd name="T16" fmla="*/ 56 w 388"/>
                  <a:gd name="T17" fmla="*/ 178 h 403"/>
                  <a:gd name="T18" fmla="*/ 154 w 388"/>
                  <a:gd name="T19" fmla="*/ 178 h 403"/>
                  <a:gd name="T20" fmla="*/ 162 w 388"/>
                  <a:gd name="T21" fmla="*/ 172 h 403"/>
                  <a:gd name="T22" fmla="*/ 195 w 388"/>
                  <a:gd name="T23" fmla="*/ 66 h 403"/>
                  <a:gd name="T24" fmla="*/ 227 w 388"/>
                  <a:gd name="T25" fmla="*/ 172 h 403"/>
                  <a:gd name="T26" fmla="*/ 234 w 388"/>
                  <a:gd name="T27" fmla="*/ 178 h 403"/>
                  <a:gd name="T28" fmla="*/ 334 w 388"/>
                  <a:gd name="T29" fmla="*/ 178 h 403"/>
                  <a:gd name="T30" fmla="*/ 388 w 388"/>
                  <a:gd name="T31" fmla="*/ 158 h 403"/>
                  <a:gd name="T32" fmla="*/ 382 w 388"/>
                  <a:gd name="T33" fmla="*/ 152 h 403"/>
                  <a:gd name="T34" fmla="*/ 373 w 388"/>
                  <a:gd name="T35" fmla="*/ 148 h 403"/>
                  <a:gd name="T36" fmla="*/ 209 w 388"/>
                  <a:gd name="T37" fmla="*/ 9 h 403"/>
                  <a:gd name="T38" fmla="*/ 203 w 388"/>
                  <a:gd name="T39" fmla="*/ 2 h 403"/>
                  <a:gd name="T40" fmla="*/ 195 w 388"/>
                  <a:gd name="T41" fmla="*/ 0 h 403"/>
                  <a:gd name="T42" fmla="*/ 185 w 388"/>
                  <a:gd name="T43" fmla="*/ 2 h 403"/>
                  <a:gd name="T44" fmla="*/ 180 w 388"/>
                  <a:gd name="T45" fmla="*/ 9 h 403"/>
                  <a:gd name="T46" fmla="*/ 15 w 388"/>
                  <a:gd name="T47" fmla="*/ 148 h 403"/>
                  <a:gd name="T48" fmla="*/ 6 w 388"/>
                  <a:gd name="T49" fmla="*/ 152 h 403"/>
                  <a:gd name="T50" fmla="*/ 1 w 388"/>
                  <a:gd name="T51" fmla="*/ 159 h 403"/>
                  <a:gd name="T52" fmla="*/ 0 w 388"/>
                  <a:gd name="T53" fmla="*/ 168 h 403"/>
                  <a:gd name="T54" fmla="*/ 5 w 388"/>
                  <a:gd name="T55" fmla="*/ 175 h 403"/>
                  <a:gd name="T56" fmla="*/ 46 w 388"/>
                  <a:gd name="T57" fmla="*/ 382 h 403"/>
                  <a:gd name="T58" fmla="*/ 45 w 388"/>
                  <a:gd name="T59" fmla="*/ 391 h 403"/>
                  <a:gd name="T60" fmla="*/ 50 w 388"/>
                  <a:gd name="T61" fmla="*/ 400 h 403"/>
                  <a:gd name="T62" fmla="*/ 59 w 388"/>
                  <a:gd name="T63" fmla="*/ 403 h 403"/>
                  <a:gd name="T64" fmla="*/ 69 w 388"/>
                  <a:gd name="T65" fmla="*/ 401 h 403"/>
                  <a:gd name="T66" fmla="*/ 321 w 388"/>
                  <a:gd name="T67" fmla="*/ 401 h 403"/>
                  <a:gd name="T68" fmla="*/ 328 w 388"/>
                  <a:gd name="T69" fmla="*/ 403 h 403"/>
                  <a:gd name="T70" fmla="*/ 338 w 388"/>
                  <a:gd name="T71" fmla="*/ 400 h 403"/>
                  <a:gd name="T72" fmla="*/ 343 w 388"/>
                  <a:gd name="T73" fmla="*/ 391 h 403"/>
                  <a:gd name="T74" fmla="*/ 342 w 388"/>
                  <a:gd name="T75" fmla="*/ 382 h 403"/>
                  <a:gd name="T76" fmla="*/ 384 w 388"/>
                  <a:gd name="T77" fmla="*/ 175 h 403"/>
                  <a:gd name="T78" fmla="*/ 388 w 388"/>
                  <a:gd name="T79" fmla="*/ 168 h 403"/>
                  <a:gd name="T80" fmla="*/ 388 w 388"/>
                  <a:gd name="T81" fmla="*/ 158 h 4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88" h="403">
                    <a:moveTo>
                      <a:pt x="260" y="243"/>
                    </a:moveTo>
                    <a:lnTo>
                      <a:pt x="257" y="246"/>
                    </a:lnTo>
                    <a:lnTo>
                      <a:pt x="256" y="250"/>
                    </a:lnTo>
                    <a:lnTo>
                      <a:pt x="255" y="254"/>
                    </a:lnTo>
                    <a:lnTo>
                      <a:pt x="256" y="260"/>
                    </a:lnTo>
                    <a:lnTo>
                      <a:pt x="294" y="347"/>
                    </a:lnTo>
                    <a:lnTo>
                      <a:pt x="202" y="286"/>
                    </a:lnTo>
                    <a:lnTo>
                      <a:pt x="199" y="284"/>
                    </a:lnTo>
                    <a:lnTo>
                      <a:pt x="195" y="283"/>
                    </a:lnTo>
                    <a:lnTo>
                      <a:pt x="190" y="284"/>
                    </a:lnTo>
                    <a:lnTo>
                      <a:pt x="186" y="286"/>
                    </a:lnTo>
                    <a:lnTo>
                      <a:pt x="94" y="347"/>
                    </a:lnTo>
                    <a:lnTo>
                      <a:pt x="134" y="258"/>
                    </a:lnTo>
                    <a:lnTo>
                      <a:pt x="135" y="253"/>
                    </a:lnTo>
                    <a:lnTo>
                      <a:pt x="134" y="248"/>
                    </a:lnTo>
                    <a:lnTo>
                      <a:pt x="133" y="244"/>
                    </a:lnTo>
                    <a:lnTo>
                      <a:pt x="129" y="240"/>
                    </a:lnTo>
                    <a:lnTo>
                      <a:pt x="56" y="178"/>
                    </a:lnTo>
                    <a:lnTo>
                      <a:pt x="150" y="178"/>
                    </a:lnTo>
                    <a:lnTo>
                      <a:pt x="154" y="178"/>
                    </a:lnTo>
                    <a:lnTo>
                      <a:pt x="158" y="176"/>
                    </a:lnTo>
                    <a:lnTo>
                      <a:pt x="162" y="172"/>
                    </a:lnTo>
                    <a:lnTo>
                      <a:pt x="164" y="168"/>
                    </a:lnTo>
                    <a:lnTo>
                      <a:pt x="195" y="66"/>
                    </a:lnTo>
                    <a:lnTo>
                      <a:pt x="225" y="168"/>
                    </a:lnTo>
                    <a:lnTo>
                      <a:pt x="227" y="172"/>
                    </a:lnTo>
                    <a:lnTo>
                      <a:pt x="230" y="176"/>
                    </a:lnTo>
                    <a:lnTo>
                      <a:pt x="234" y="178"/>
                    </a:lnTo>
                    <a:lnTo>
                      <a:pt x="240" y="178"/>
                    </a:lnTo>
                    <a:lnTo>
                      <a:pt x="334" y="178"/>
                    </a:lnTo>
                    <a:lnTo>
                      <a:pt x="260" y="243"/>
                    </a:lnTo>
                    <a:close/>
                    <a:moveTo>
                      <a:pt x="388" y="158"/>
                    </a:moveTo>
                    <a:lnTo>
                      <a:pt x="385" y="155"/>
                    </a:lnTo>
                    <a:lnTo>
                      <a:pt x="382" y="152"/>
                    </a:lnTo>
                    <a:lnTo>
                      <a:pt x="379" y="150"/>
                    </a:lnTo>
                    <a:lnTo>
                      <a:pt x="373" y="148"/>
                    </a:lnTo>
                    <a:lnTo>
                      <a:pt x="250" y="148"/>
                    </a:lnTo>
                    <a:lnTo>
                      <a:pt x="209" y="9"/>
                    </a:lnTo>
                    <a:lnTo>
                      <a:pt x="206" y="5"/>
                    </a:lnTo>
                    <a:lnTo>
                      <a:pt x="203" y="2"/>
                    </a:lnTo>
                    <a:lnTo>
                      <a:pt x="199" y="0"/>
                    </a:lnTo>
                    <a:lnTo>
                      <a:pt x="195" y="0"/>
                    </a:lnTo>
                    <a:lnTo>
                      <a:pt x="189" y="0"/>
                    </a:lnTo>
                    <a:lnTo>
                      <a:pt x="185" y="2"/>
                    </a:lnTo>
                    <a:lnTo>
                      <a:pt x="182" y="5"/>
                    </a:lnTo>
                    <a:lnTo>
                      <a:pt x="180" y="9"/>
                    </a:lnTo>
                    <a:lnTo>
                      <a:pt x="138" y="148"/>
                    </a:lnTo>
                    <a:lnTo>
                      <a:pt x="15" y="148"/>
                    </a:lnTo>
                    <a:lnTo>
                      <a:pt x="11" y="150"/>
                    </a:lnTo>
                    <a:lnTo>
                      <a:pt x="6" y="152"/>
                    </a:lnTo>
                    <a:lnTo>
                      <a:pt x="3" y="155"/>
                    </a:lnTo>
                    <a:lnTo>
                      <a:pt x="1" y="159"/>
                    </a:lnTo>
                    <a:lnTo>
                      <a:pt x="0" y="163"/>
                    </a:lnTo>
                    <a:lnTo>
                      <a:pt x="0" y="168"/>
                    </a:lnTo>
                    <a:lnTo>
                      <a:pt x="2" y="172"/>
                    </a:lnTo>
                    <a:lnTo>
                      <a:pt x="5" y="175"/>
                    </a:lnTo>
                    <a:lnTo>
                      <a:pt x="102" y="255"/>
                    </a:lnTo>
                    <a:lnTo>
                      <a:pt x="46" y="382"/>
                    </a:lnTo>
                    <a:lnTo>
                      <a:pt x="45" y="387"/>
                    </a:lnTo>
                    <a:lnTo>
                      <a:pt x="45" y="391"/>
                    </a:lnTo>
                    <a:lnTo>
                      <a:pt x="47" y="396"/>
                    </a:lnTo>
                    <a:lnTo>
                      <a:pt x="50" y="400"/>
                    </a:lnTo>
                    <a:lnTo>
                      <a:pt x="55" y="402"/>
                    </a:lnTo>
                    <a:lnTo>
                      <a:pt x="59" y="403"/>
                    </a:lnTo>
                    <a:lnTo>
                      <a:pt x="63" y="403"/>
                    </a:lnTo>
                    <a:lnTo>
                      <a:pt x="69" y="401"/>
                    </a:lnTo>
                    <a:lnTo>
                      <a:pt x="195" y="316"/>
                    </a:lnTo>
                    <a:lnTo>
                      <a:pt x="321" y="401"/>
                    </a:lnTo>
                    <a:lnTo>
                      <a:pt x="324" y="402"/>
                    </a:lnTo>
                    <a:lnTo>
                      <a:pt x="328" y="403"/>
                    </a:lnTo>
                    <a:lnTo>
                      <a:pt x="334" y="402"/>
                    </a:lnTo>
                    <a:lnTo>
                      <a:pt x="338" y="400"/>
                    </a:lnTo>
                    <a:lnTo>
                      <a:pt x="341" y="396"/>
                    </a:lnTo>
                    <a:lnTo>
                      <a:pt x="343" y="391"/>
                    </a:lnTo>
                    <a:lnTo>
                      <a:pt x="343" y="387"/>
                    </a:lnTo>
                    <a:lnTo>
                      <a:pt x="342" y="382"/>
                    </a:lnTo>
                    <a:lnTo>
                      <a:pt x="288" y="258"/>
                    </a:lnTo>
                    <a:lnTo>
                      <a:pt x="384" y="175"/>
                    </a:lnTo>
                    <a:lnTo>
                      <a:pt x="386" y="172"/>
                    </a:lnTo>
                    <a:lnTo>
                      <a:pt x="388" y="168"/>
                    </a:lnTo>
                    <a:lnTo>
                      <a:pt x="388" y="163"/>
                    </a:lnTo>
                    <a:lnTo>
                      <a:pt x="388" y="158"/>
                    </a:lnTo>
                    <a:close/>
                  </a:path>
                </a:pathLst>
              </a:custGeom>
              <a:solidFill>
                <a:srgbClr val="2750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17" name="Freeform 284">
                <a:extLst>
                  <a:ext uri="{FF2B5EF4-FFF2-40B4-BE49-F238E27FC236}">
                    <a16:creationId xmlns:a16="http://schemas.microsoft.com/office/drawing/2014/main" id="{9E1A6DCA-A3FA-AE09-BB7D-646EC999A24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615238" y="3209925"/>
                <a:ext cx="123825" cy="128587"/>
              </a:xfrm>
              <a:custGeom>
                <a:avLst/>
                <a:gdLst>
                  <a:gd name="T0" fmla="*/ 257 w 388"/>
                  <a:gd name="T1" fmla="*/ 246 h 403"/>
                  <a:gd name="T2" fmla="*/ 255 w 388"/>
                  <a:gd name="T3" fmla="*/ 254 h 403"/>
                  <a:gd name="T4" fmla="*/ 294 w 388"/>
                  <a:gd name="T5" fmla="*/ 347 h 403"/>
                  <a:gd name="T6" fmla="*/ 198 w 388"/>
                  <a:gd name="T7" fmla="*/ 284 h 403"/>
                  <a:gd name="T8" fmla="*/ 189 w 388"/>
                  <a:gd name="T9" fmla="*/ 284 h 403"/>
                  <a:gd name="T10" fmla="*/ 93 w 388"/>
                  <a:gd name="T11" fmla="*/ 347 h 403"/>
                  <a:gd name="T12" fmla="*/ 134 w 388"/>
                  <a:gd name="T13" fmla="*/ 253 h 403"/>
                  <a:gd name="T14" fmla="*/ 132 w 388"/>
                  <a:gd name="T15" fmla="*/ 244 h 403"/>
                  <a:gd name="T16" fmla="*/ 56 w 388"/>
                  <a:gd name="T17" fmla="*/ 178 h 403"/>
                  <a:gd name="T18" fmla="*/ 154 w 388"/>
                  <a:gd name="T19" fmla="*/ 178 h 403"/>
                  <a:gd name="T20" fmla="*/ 162 w 388"/>
                  <a:gd name="T21" fmla="*/ 172 h 403"/>
                  <a:gd name="T22" fmla="*/ 194 w 388"/>
                  <a:gd name="T23" fmla="*/ 66 h 403"/>
                  <a:gd name="T24" fmla="*/ 227 w 388"/>
                  <a:gd name="T25" fmla="*/ 172 h 403"/>
                  <a:gd name="T26" fmla="*/ 234 w 388"/>
                  <a:gd name="T27" fmla="*/ 178 h 403"/>
                  <a:gd name="T28" fmla="*/ 333 w 388"/>
                  <a:gd name="T29" fmla="*/ 178 h 403"/>
                  <a:gd name="T30" fmla="*/ 373 w 388"/>
                  <a:gd name="T31" fmla="*/ 148 h 403"/>
                  <a:gd name="T32" fmla="*/ 209 w 388"/>
                  <a:gd name="T33" fmla="*/ 9 h 403"/>
                  <a:gd name="T34" fmla="*/ 203 w 388"/>
                  <a:gd name="T35" fmla="*/ 2 h 403"/>
                  <a:gd name="T36" fmla="*/ 194 w 388"/>
                  <a:gd name="T37" fmla="*/ 0 h 403"/>
                  <a:gd name="T38" fmla="*/ 185 w 388"/>
                  <a:gd name="T39" fmla="*/ 2 h 403"/>
                  <a:gd name="T40" fmla="*/ 180 w 388"/>
                  <a:gd name="T41" fmla="*/ 9 h 403"/>
                  <a:gd name="T42" fmla="*/ 15 w 388"/>
                  <a:gd name="T43" fmla="*/ 148 h 403"/>
                  <a:gd name="T44" fmla="*/ 7 w 388"/>
                  <a:gd name="T45" fmla="*/ 152 h 403"/>
                  <a:gd name="T46" fmla="*/ 0 w 388"/>
                  <a:gd name="T47" fmla="*/ 159 h 403"/>
                  <a:gd name="T48" fmla="*/ 0 w 388"/>
                  <a:gd name="T49" fmla="*/ 168 h 403"/>
                  <a:gd name="T50" fmla="*/ 5 w 388"/>
                  <a:gd name="T51" fmla="*/ 175 h 403"/>
                  <a:gd name="T52" fmla="*/ 46 w 388"/>
                  <a:gd name="T53" fmla="*/ 382 h 403"/>
                  <a:gd name="T54" fmla="*/ 45 w 388"/>
                  <a:gd name="T55" fmla="*/ 391 h 403"/>
                  <a:gd name="T56" fmla="*/ 50 w 388"/>
                  <a:gd name="T57" fmla="*/ 400 h 403"/>
                  <a:gd name="T58" fmla="*/ 59 w 388"/>
                  <a:gd name="T59" fmla="*/ 403 h 403"/>
                  <a:gd name="T60" fmla="*/ 67 w 388"/>
                  <a:gd name="T61" fmla="*/ 401 h 403"/>
                  <a:gd name="T62" fmla="*/ 320 w 388"/>
                  <a:gd name="T63" fmla="*/ 401 h 403"/>
                  <a:gd name="T64" fmla="*/ 328 w 388"/>
                  <a:gd name="T65" fmla="*/ 403 h 403"/>
                  <a:gd name="T66" fmla="*/ 338 w 388"/>
                  <a:gd name="T67" fmla="*/ 400 h 403"/>
                  <a:gd name="T68" fmla="*/ 343 w 388"/>
                  <a:gd name="T69" fmla="*/ 391 h 403"/>
                  <a:gd name="T70" fmla="*/ 342 w 388"/>
                  <a:gd name="T71" fmla="*/ 382 h 403"/>
                  <a:gd name="T72" fmla="*/ 383 w 388"/>
                  <a:gd name="T73" fmla="*/ 175 h 403"/>
                  <a:gd name="T74" fmla="*/ 388 w 388"/>
                  <a:gd name="T75" fmla="*/ 168 h 403"/>
                  <a:gd name="T76" fmla="*/ 387 w 388"/>
                  <a:gd name="T77" fmla="*/ 158 h 403"/>
                  <a:gd name="T78" fmla="*/ 382 w 388"/>
                  <a:gd name="T79" fmla="*/ 152 h 403"/>
                  <a:gd name="T80" fmla="*/ 373 w 388"/>
                  <a:gd name="T81" fmla="*/ 148 h 4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88" h="403">
                    <a:moveTo>
                      <a:pt x="260" y="243"/>
                    </a:moveTo>
                    <a:lnTo>
                      <a:pt x="257" y="246"/>
                    </a:lnTo>
                    <a:lnTo>
                      <a:pt x="255" y="250"/>
                    </a:lnTo>
                    <a:lnTo>
                      <a:pt x="255" y="254"/>
                    </a:lnTo>
                    <a:lnTo>
                      <a:pt x="256" y="260"/>
                    </a:lnTo>
                    <a:lnTo>
                      <a:pt x="294" y="347"/>
                    </a:lnTo>
                    <a:lnTo>
                      <a:pt x="202" y="286"/>
                    </a:lnTo>
                    <a:lnTo>
                      <a:pt x="198" y="284"/>
                    </a:lnTo>
                    <a:lnTo>
                      <a:pt x="194" y="283"/>
                    </a:lnTo>
                    <a:lnTo>
                      <a:pt x="189" y="284"/>
                    </a:lnTo>
                    <a:lnTo>
                      <a:pt x="186" y="286"/>
                    </a:lnTo>
                    <a:lnTo>
                      <a:pt x="93" y="347"/>
                    </a:lnTo>
                    <a:lnTo>
                      <a:pt x="133" y="258"/>
                    </a:lnTo>
                    <a:lnTo>
                      <a:pt x="134" y="253"/>
                    </a:lnTo>
                    <a:lnTo>
                      <a:pt x="134" y="248"/>
                    </a:lnTo>
                    <a:lnTo>
                      <a:pt x="132" y="244"/>
                    </a:lnTo>
                    <a:lnTo>
                      <a:pt x="128" y="240"/>
                    </a:lnTo>
                    <a:lnTo>
                      <a:pt x="56" y="178"/>
                    </a:lnTo>
                    <a:lnTo>
                      <a:pt x="149" y="178"/>
                    </a:lnTo>
                    <a:lnTo>
                      <a:pt x="154" y="178"/>
                    </a:lnTo>
                    <a:lnTo>
                      <a:pt x="158" y="176"/>
                    </a:lnTo>
                    <a:lnTo>
                      <a:pt x="162" y="172"/>
                    </a:lnTo>
                    <a:lnTo>
                      <a:pt x="164" y="168"/>
                    </a:lnTo>
                    <a:lnTo>
                      <a:pt x="194" y="66"/>
                    </a:lnTo>
                    <a:lnTo>
                      <a:pt x="225" y="168"/>
                    </a:lnTo>
                    <a:lnTo>
                      <a:pt x="227" y="172"/>
                    </a:lnTo>
                    <a:lnTo>
                      <a:pt x="230" y="176"/>
                    </a:lnTo>
                    <a:lnTo>
                      <a:pt x="234" y="178"/>
                    </a:lnTo>
                    <a:lnTo>
                      <a:pt x="239" y="178"/>
                    </a:lnTo>
                    <a:lnTo>
                      <a:pt x="333" y="178"/>
                    </a:lnTo>
                    <a:lnTo>
                      <a:pt x="260" y="243"/>
                    </a:lnTo>
                    <a:close/>
                    <a:moveTo>
                      <a:pt x="373" y="148"/>
                    </a:moveTo>
                    <a:lnTo>
                      <a:pt x="250" y="148"/>
                    </a:lnTo>
                    <a:lnTo>
                      <a:pt x="209" y="9"/>
                    </a:lnTo>
                    <a:lnTo>
                      <a:pt x="207" y="5"/>
                    </a:lnTo>
                    <a:lnTo>
                      <a:pt x="203" y="2"/>
                    </a:lnTo>
                    <a:lnTo>
                      <a:pt x="199" y="0"/>
                    </a:lnTo>
                    <a:lnTo>
                      <a:pt x="194" y="0"/>
                    </a:lnTo>
                    <a:lnTo>
                      <a:pt x="189" y="0"/>
                    </a:lnTo>
                    <a:lnTo>
                      <a:pt x="185" y="2"/>
                    </a:lnTo>
                    <a:lnTo>
                      <a:pt x="182" y="5"/>
                    </a:lnTo>
                    <a:lnTo>
                      <a:pt x="180" y="9"/>
                    </a:lnTo>
                    <a:lnTo>
                      <a:pt x="138" y="148"/>
                    </a:lnTo>
                    <a:lnTo>
                      <a:pt x="15" y="148"/>
                    </a:lnTo>
                    <a:lnTo>
                      <a:pt x="10" y="150"/>
                    </a:lnTo>
                    <a:lnTo>
                      <a:pt x="7" y="152"/>
                    </a:lnTo>
                    <a:lnTo>
                      <a:pt x="3" y="155"/>
                    </a:lnTo>
                    <a:lnTo>
                      <a:pt x="0" y="159"/>
                    </a:lnTo>
                    <a:lnTo>
                      <a:pt x="0" y="163"/>
                    </a:lnTo>
                    <a:lnTo>
                      <a:pt x="0" y="168"/>
                    </a:lnTo>
                    <a:lnTo>
                      <a:pt x="2" y="172"/>
                    </a:lnTo>
                    <a:lnTo>
                      <a:pt x="5" y="175"/>
                    </a:lnTo>
                    <a:lnTo>
                      <a:pt x="101" y="255"/>
                    </a:lnTo>
                    <a:lnTo>
                      <a:pt x="46" y="382"/>
                    </a:lnTo>
                    <a:lnTo>
                      <a:pt x="45" y="387"/>
                    </a:lnTo>
                    <a:lnTo>
                      <a:pt x="45" y="391"/>
                    </a:lnTo>
                    <a:lnTo>
                      <a:pt x="47" y="396"/>
                    </a:lnTo>
                    <a:lnTo>
                      <a:pt x="50" y="400"/>
                    </a:lnTo>
                    <a:lnTo>
                      <a:pt x="54" y="402"/>
                    </a:lnTo>
                    <a:lnTo>
                      <a:pt x="59" y="403"/>
                    </a:lnTo>
                    <a:lnTo>
                      <a:pt x="63" y="403"/>
                    </a:lnTo>
                    <a:lnTo>
                      <a:pt x="67" y="401"/>
                    </a:lnTo>
                    <a:lnTo>
                      <a:pt x="194" y="316"/>
                    </a:lnTo>
                    <a:lnTo>
                      <a:pt x="320" y="401"/>
                    </a:lnTo>
                    <a:lnTo>
                      <a:pt x="324" y="402"/>
                    </a:lnTo>
                    <a:lnTo>
                      <a:pt x="328" y="403"/>
                    </a:lnTo>
                    <a:lnTo>
                      <a:pt x="334" y="402"/>
                    </a:lnTo>
                    <a:lnTo>
                      <a:pt x="338" y="400"/>
                    </a:lnTo>
                    <a:lnTo>
                      <a:pt x="341" y="396"/>
                    </a:lnTo>
                    <a:lnTo>
                      <a:pt x="343" y="391"/>
                    </a:lnTo>
                    <a:lnTo>
                      <a:pt x="343" y="387"/>
                    </a:lnTo>
                    <a:lnTo>
                      <a:pt x="342" y="382"/>
                    </a:lnTo>
                    <a:lnTo>
                      <a:pt x="288" y="258"/>
                    </a:lnTo>
                    <a:lnTo>
                      <a:pt x="383" y="175"/>
                    </a:lnTo>
                    <a:lnTo>
                      <a:pt x="386" y="172"/>
                    </a:lnTo>
                    <a:lnTo>
                      <a:pt x="388" y="168"/>
                    </a:lnTo>
                    <a:lnTo>
                      <a:pt x="388" y="163"/>
                    </a:lnTo>
                    <a:lnTo>
                      <a:pt x="387" y="158"/>
                    </a:lnTo>
                    <a:lnTo>
                      <a:pt x="385" y="155"/>
                    </a:lnTo>
                    <a:lnTo>
                      <a:pt x="382" y="152"/>
                    </a:lnTo>
                    <a:lnTo>
                      <a:pt x="378" y="150"/>
                    </a:lnTo>
                    <a:lnTo>
                      <a:pt x="373" y="148"/>
                    </a:lnTo>
                    <a:close/>
                  </a:path>
                </a:pathLst>
              </a:custGeom>
              <a:solidFill>
                <a:srgbClr val="2750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</p:grpSp>
      <p:grpSp>
        <p:nvGrpSpPr>
          <p:cNvPr id="418" name="Group 24">
            <a:extLst>
              <a:ext uri="{FF2B5EF4-FFF2-40B4-BE49-F238E27FC236}">
                <a16:creationId xmlns:a16="http://schemas.microsoft.com/office/drawing/2014/main" id="{C9CADD60-C177-C798-AE60-5AFE99735304}"/>
              </a:ext>
            </a:extLst>
          </p:cNvPr>
          <p:cNvGrpSpPr/>
          <p:nvPr/>
        </p:nvGrpSpPr>
        <p:grpSpPr>
          <a:xfrm>
            <a:off x="6434026" y="4068989"/>
            <a:ext cx="5322044" cy="1126864"/>
            <a:chOff x="7398319" y="2510949"/>
            <a:chExt cx="9239470" cy="1883343"/>
          </a:xfrm>
        </p:grpSpPr>
        <p:sp>
          <p:nvSpPr>
            <p:cNvPr id="419" name="Oval 25">
              <a:extLst>
                <a:ext uri="{FF2B5EF4-FFF2-40B4-BE49-F238E27FC236}">
                  <a16:creationId xmlns:a16="http://schemas.microsoft.com/office/drawing/2014/main" id="{740829AC-B736-C484-012B-09B23333B307}"/>
                </a:ext>
              </a:extLst>
            </p:cNvPr>
            <p:cNvSpPr/>
            <p:nvPr/>
          </p:nvSpPr>
          <p:spPr>
            <a:xfrm>
              <a:off x="7584089" y="4158447"/>
              <a:ext cx="935537" cy="235845"/>
            </a:xfrm>
            <a:prstGeom prst="ellipse">
              <a:avLst/>
            </a:prstGeom>
            <a:gradFill flip="none" rotWithShape="1">
              <a:gsLst>
                <a:gs pos="0">
                  <a:sysClr val="windowText" lastClr="000000">
                    <a:alpha val="27000"/>
                  </a:sysClr>
                </a:gs>
                <a:gs pos="100000">
                  <a:sysClr val="windowText" lastClr="000000">
                    <a:alpha val="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20" name="Teardrop 26">
              <a:extLst>
                <a:ext uri="{FF2B5EF4-FFF2-40B4-BE49-F238E27FC236}">
                  <a16:creationId xmlns:a16="http://schemas.microsoft.com/office/drawing/2014/main" id="{9F4B0DA9-20B3-2A39-C0C1-255A579B56AC}"/>
                </a:ext>
              </a:extLst>
            </p:cNvPr>
            <p:cNvSpPr/>
            <p:nvPr/>
          </p:nvSpPr>
          <p:spPr>
            <a:xfrm rot="8100000">
              <a:off x="7398319" y="2667698"/>
              <a:ext cx="1326129" cy="1326127"/>
            </a:xfrm>
            <a:prstGeom prst="teardrop">
              <a:avLst/>
            </a:prstGeom>
            <a:solidFill>
              <a:srgbClr val="FCE5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21" name="Oval 27">
              <a:extLst>
                <a:ext uri="{FF2B5EF4-FFF2-40B4-BE49-F238E27FC236}">
                  <a16:creationId xmlns:a16="http://schemas.microsoft.com/office/drawing/2014/main" id="{9DCEEBF0-0A62-D64E-584A-274C7708BFFC}"/>
                </a:ext>
              </a:extLst>
            </p:cNvPr>
            <p:cNvSpPr/>
            <p:nvPr/>
          </p:nvSpPr>
          <p:spPr>
            <a:xfrm>
              <a:off x="7628610" y="2897988"/>
              <a:ext cx="865547" cy="865546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22" name="Content Placeholder 2">
              <a:extLst>
                <a:ext uri="{FF2B5EF4-FFF2-40B4-BE49-F238E27FC236}">
                  <a16:creationId xmlns:a16="http://schemas.microsoft.com/office/drawing/2014/main" id="{D998377E-A0A4-BAEC-3D3F-92F666A8C4E0}"/>
                </a:ext>
              </a:extLst>
            </p:cNvPr>
            <p:cNvSpPr txBox="1">
              <a:spLocks/>
            </p:cNvSpPr>
            <p:nvPr/>
          </p:nvSpPr>
          <p:spPr>
            <a:xfrm>
              <a:off x="9247439" y="2510949"/>
              <a:ext cx="7390350" cy="1742608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75000"/>
                    </a:schemeClr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Presentation meeting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Application presentation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Decisions taken:</a:t>
              </a: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Planning</a:t>
              </a: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Project team needs to fill pentest requirements file</a:t>
              </a: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Project team prepare environment</a:t>
              </a:r>
            </a:p>
          </p:txBody>
        </p:sp>
        <p:grpSp>
          <p:nvGrpSpPr>
            <p:cNvPr id="423" name="Group 29">
              <a:extLst>
                <a:ext uri="{FF2B5EF4-FFF2-40B4-BE49-F238E27FC236}">
                  <a16:creationId xmlns:a16="http://schemas.microsoft.com/office/drawing/2014/main" id="{BFEAA3B3-10B1-4B3B-40D4-08F3B23B1022}"/>
                </a:ext>
              </a:extLst>
            </p:cNvPr>
            <p:cNvGrpSpPr/>
            <p:nvPr/>
          </p:nvGrpSpPr>
          <p:grpSpPr>
            <a:xfrm>
              <a:off x="7921041" y="3148013"/>
              <a:ext cx="280686" cy="365496"/>
              <a:chOff x="11066463" y="1360488"/>
              <a:chExt cx="220663" cy="287338"/>
            </a:xfrm>
            <a:solidFill>
              <a:srgbClr val="00205B"/>
            </a:solidFill>
          </p:grpSpPr>
          <p:sp>
            <p:nvSpPr>
              <p:cNvPr id="424" name="Freeform 180">
                <a:extLst>
                  <a:ext uri="{FF2B5EF4-FFF2-40B4-BE49-F238E27FC236}">
                    <a16:creationId xmlns:a16="http://schemas.microsoft.com/office/drawing/2014/main" id="{6DB94C2D-00F0-8FCB-3D03-093DE7BE93C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1066463" y="1360488"/>
                <a:ext cx="220663" cy="287338"/>
              </a:xfrm>
              <a:custGeom>
                <a:avLst/>
                <a:gdLst>
                  <a:gd name="T0" fmla="*/ 30 w 691"/>
                  <a:gd name="T1" fmla="*/ 871 h 901"/>
                  <a:gd name="T2" fmla="*/ 30 w 691"/>
                  <a:gd name="T3" fmla="*/ 30 h 901"/>
                  <a:gd name="T4" fmla="*/ 421 w 691"/>
                  <a:gd name="T5" fmla="*/ 30 h 901"/>
                  <a:gd name="T6" fmla="*/ 421 w 691"/>
                  <a:gd name="T7" fmla="*/ 254 h 901"/>
                  <a:gd name="T8" fmla="*/ 421 w 691"/>
                  <a:gd name="T9" fmla="*/ 258 h 901"/>
                  <a:gd name="T10" fmla="*/ 422 w 691"/>
                  <a:gd name="T11" fmla="*/ 261 h 901"/>
                  <a:gd name="T12" fmla="*/ 423 w 691"/>
                  <a:gd name="T13" fmla="*/ 263 h 901"/>
                  <a:gd name="T14" fmla="*/ 425 w 691"/>
                  <a:gd name="T15" fmla="*/ 265 h 901"/>
                  <a:gd name="T16" fmla="*/ 427 w 691"/>
                  <a:gd name="T17" fmla="*/ 267 h 901"/>
                  <a:gd name="T18" fmla="*/ 429 w 691"/>
                  <a:gd name="T19" fmla="*/ 268 h 901"/>
                  <a:gd name="T20" fmla="*/ 432 w 691"/>
                  <a:gd name="T21" fmla="*/ 269 h 901"/>
                  <a:gd name="T22" fmla="*/ 436 w 691"/>
                  <a:gd name="T23" fmla="*/ 269 h 901"/>
                  <a:gd name="T24" fmla="*/ 660 w 691"/>
                  <a:gd name="T25" fmla="*/ 269 h 901"/>
                  <a:gd name="T26" fmla="*/ 660 w 691"/>
                  <a:gd name="T27" fmla="*/ 871 h 901"/>
                  <a:gd name="T28" fmla="*/ 30 w 691"/>
                  <a:gd name="T29" fmla="*/ 871 h 901"/>
                  <a:gd name="T30" fmla="*/ 450 w 691"/>
                  <a:gd name="T31" fmla="*/ 52 h 901"/>
                  <a:gd name="T32" fmla="*/ 640 w 691"/>
                  <a:gd name="T33" fmla="*/ 239 h 901"/>
                  <a:gd name="T34" fmla="*/ 450 w 691"/>
                  <a:gd name="T35" fmla="*/ 239 h 901"/>
                  <a:gd name="T36" fmla="*/ 450 w 691"/>
                  <a:gd name="T37" fmla="*/ 52 h 901"/>
                  <a:gd name="T38" fmla="*/ 686 w 691"/>
                  <a:gd name="T39" fmla="*/ 244 h 901"/>
                  <a:gd name="T40" fmla="*/ 446 w 691"/>
                  <a:gd name="T41" fmla="*/ 4 h 901"/>
                  <a:gd name="T42" fmla="*/ 444 w 691"/>
                  <a:gd name="T43" fmla="*/ 2 h 901"/>
                  <a:gd name="T44" fmla="*/ 441 w 691"/>
                  <a:gd name="T45" fmla="*/ 1 h 901"/>
                  <a:gd name="T46" fmla="*/ 439 w 691"/>
                  <a:gd name="T47" fmla="*/ 0 h 901"/>
                  <a:gd name="T48" fmla="*/ 436 w 691"/>
                  <a:gd name="T49" fmla="*/ 0 h 901"/>
                  <a:gd name="T50" fmla="*/ 15 w 691"/>
                  <a:gd name="T51" fmla="*/ 0 h 901"/>
                  <a:gd name="T52" fmla="*/ 12 w 691"/>
                  <a:gd name="T53" fmla="*/ 0 h 901"/>
                  <a:gd name="T54" fmla="*/ 9 w 691"/>
                  <a:gd name="T55" fmla="*/ 1 h 901"/>
                  <a:gd name="T56" fmla="*/ 6 w 691"/>
                  <a:gd name="T57" fmla="*/ 2 h 901"/>
                  <a:gd name="T58" fmla="*/ 4 w 691"/>
                  <a:gd name="T59" fmla="*/ 4 h 901"/>
                  <a:gd name="T60" fmla="*/ 2 w 691"/>
                  <a:gd name="T61" fmla="*/ 6 h 901"/>
                  <a:gd name="T62" fmla="*/ 1 w 691"/>
                  <a:gd name="T63" fmla="*/ 9 h 901"/>
                  <a:gd name="T64" fmla="*/ 0 w 691"/>
                  <a:gd name="T65" fmla="*/ 11 h 901"/>
                  <a:gd name="T66" fmla="*/ 0 w 691"/>
                  <a:gd name="T67" fmla="*/ 15 h 901"/>
                  <a:gd name="T68" fmla="*/ 0 w 691"/>
                  <a:gd name="T69" fmla="*/ 886 h 901"/>
                  <a:gd name="T70" fmla="*/ 0 w 691"/>
                  <a:gd name="T71" fmla="*/ 889 h 901"/>
                  <a:gd name="T72" fmla="*/ 1 w 691"/>
                  <a:gd name="T73" fmla="*/ 891 h 901"/>
                  <a:gd name="T74" fmla="*/ 2 w 691"/>
                  <a:gd name="T75" fmla="*/ 894 h 901"/>
                  <a:gd name="T76" fmla="*/ 4 w 691"/>
                  <a:gd name="T77" fmla="*/ 897 h 901"/>
                  <a:gd name="T78" fmla="*/ 6 w 691"/>
                  <a:gd name="T79" fmla="*/ 898 h 901"/>
                  <a:gd name="T80" fmla="*/ 9 w 691"/>
                  <a:gd name="T81" fmla="*/ 900 h 901"/>
                  <a:gd name="T82" fmla="*/ 12 w 691"/>
                  <a:gd name="T83" fmla="*/ 900 h 901"/>
                  <a:gd name="T84" fmla="*/ 15 w 691"/>
                  <a:gd name="T85" fmla="*/ 901 h 901"/>
                  <a:gd name="T86" fmla="*/ 676 w 691"/>
                  <a:gd name="T87" fmla="*/ 901 h 901"/>
                  <a:gd name="T88" fmla="*/ 678 w 691"/>
                  <a:gd name="T89" fmla="*/ 900 h 901"/>
                  <a:gd name="T90" fmla="*/ 682 w 691"/>
                  <a:gd name="T91" fmla="*/ 900 h 901"/>
                  <a:gd name="T92" fmla="*/ 684 w 691"/>
                  <a:gd name="T93" fmla="*/ 898 h 901"/>
                  <a:gd name="T94" fmla="*/ 686 w 691"/>
                  <a:gd name="T95" fmla="*/ 897 h 901"/>
                  <a:gd name="T96" fmla="*/ 688 w 691"/>
                  <a:gd name="T97" fmla="*/ 894 h 901"/>
                  <a:gd name="T98" fmla="*/ 689 w 691"/>
                  <a:gd name="T99" fmla="*/ 891 h 901"/>
                  <a:gd name="T100" fmla="*/ 690 w 691"/>
                  <a:gd name="T101" fmla="*/ 889 h 901"/>
                  <a:gd name="T102" fmla="*/ 691 w 691"/>
                  <a:gd name="T103" fmla="*/ 886 h 901"/>
                  <a:gd name="T104" fmla="*/ 691 w 691"/>
                  <a:gd name="T105" fmla="*/ 254 h 901"/>
                  <a:gd name="T106" fmla="*/ 689 w 691"/>
                  <a:gd name="T107" fmla="*/ 249 h 901"/>
                  <a:gd name="T108" fmla="*/ 686 w 691"/>
                  <a:gd name="T109" fmla="*/ 244 h 9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691" h="901">
                    <a:moveTo>
                      <a:pt x="30" y="871"/>
                    </a:moveTo>
                    <a:lnTo>
                      <a:pt x="30" y="30"/>
                    </a:lnTo>
                    <a:lnTo>
                      <a:pt x="421" y="30"/>
                    </a:lnTo>
                    <a:lnTo>
                      <a:pt x="421" y="254"/>
                    </a:lnTo>
                    <a:lnTo>
                      <a:pt x="421" y="258"/>
                    </a:lnTo>
                    <a:lnTo>
                      <a:pt x="422" y="261"/>
                    </a:lnTo>
                    <a:lnTo>
                      <a:pt x="423" y="263"/>
                    </a:lnTo>
                    <a:lnTo>
                      <a:pt x="425" y="265"/>
                    </a:lnTo>
                    <a:lnTo>
                      <a:pt x="427" y="267"/>
                    </a:lnTo>
                    <a:lnTo>
                      <a:pt x="429" y="268"/>
                    </a:lnTo>
                    <a:lnTo>
                      <a:pt x="432" y="269"/>
                    </a:lnTo>
                    <a:lnTo>
                      <a:pt x="436" y="269"/>
                    </a:lnTo>
                    <a:lnTo>
                      <a:pt x="660" y="269"/>
                    </a:lnTo>
                    <a:lnTo>
                      <a:pt x="660" y="871"/>
                    </a:lnTo>
                    <a:lnTo>
                      <a:pt x="30" y="871"/>
                    </a:lnTo>
                    <a:close/>
                    <a:moveTo>
                      <a:pt x="450" y="52"/>
                    </a:moveTo>
                    <a:lnTo>
                      <a:pt x="640" y="239"/>
                    </a:lnTo>
                    <a:lnTo>
                      <a:pt x="450" y="239"/>
                    </a:lnTo>
                    <a:lnTo>
                      <a:pt x="450" y="52"/>
                    </a:lnTo>
                    <a:close/>
                    <a:moveTo>
                      <a:pt x="686" y="244"/>
                    </a:moveTo>
                    <a:lnTo>
                      <a:pt x="446" y="4"/>
                    </a:lnTo>
                    <a:lnTo>
                      <a:pt x="444" y="2"/>
                    </a:lnTo>
                    <a:lnTo>
                      <a:pt x="441" y="1"/>
                    </a:lnTo>
                    <a:lnTo>
                      <a:pt x="439" y="0"/>
                    </a:lnTo>
                    <a:lnTo>
                      <a:pt x="436" y="0"/>
                    </a:lnTo>
                    <a:lnTo>
                      <a:pt x="15" y="0"/>
                    </a:lnTo>
                    <a:lnTo>
                      <a:pt x="12" y="0"/>
                    </a:lnTo>
                    <a:lnTo>
                      <a:pt x="9" y="1"/>
                    </a:lnTo>
                    <a:lnTo>
                      <a:pt x="6" y="2"/>
                    </a:lnTo>
                    <a:lnTo>
                      <a:pt x="4" y="4"/>
                    </a:lnTo>
                    <a:lnTo>
                      <a:pt x="2" y="6"/>
                    </a:lnTo>
                    <a:lnTo>
                      <a:pt x="1" y="9"/>
                    </a:lnTo>
                    <a:lnTo>
                      <a:pt x="0" y="11"/>
                    </a:lnTo>
                    <a:lnTo>
                      <a:pt x="0" y="15"/>
                    </a:lnTo>
                    <a:lnTo>
                      <a:pt x="0" y="886"/>
                    </a:lnTo>
                    <a:lnTo>
                      <a:pt x="0" y="889"/>
                    </a:lnTo>
                    <a:lnTo>
                      <a:pt x="1" y="891"/>
                    </a:lnTo>
                    <a:lnTo>
                      <a:pt x="2" y="894"/>
                    </a:lnTo>
                    <a:lnTo>
                      <a:pt x="4" y="897"/>
                    </a:lnTo>
                    <a:lnTo>
                      <a:pt x="6" y="898"/>
                    </a:lnTo>
                    <a:lnTo>
                      <a:pt x="9" y="900"/>
                    </a:lnTo>
                    <a:lnTo>
                      <a:pt x="12" y="900"/>
                    </a:lnTo>
                    <a:lnTo>
                      <a:pt x="15" y="901"/>
                    </a:lnTo>
                    <a:lnTo>
                      <a:pt x="676" y="901"/>
                    </a:lnTo>
                    <a:lnTo>
                      <a:pt x="678" y="900"/>
                    </a:lnTo>
                    <a:lnTo>
                      <a:pt x="682" y="900"/>
                    </a:lnTo>
                    <a:lnTo>
                      <a:pt x="684" y="898"/>
                    </a:lnTo>
                    <a:lnTo>
                      <a:pt x="686" y="897"/>
                    </a:lnTo>
                    <a:lnTo>
                      <a:pt x="688" y="894"/>
                    </a:lnTo>
                    <a:lnTo>
                      <a:pt x="689" y="891"/>
                    </a:lnTo>
                    <a:lnTo>
                      <a:pt x="690" y="889"/>
                    </a:lnTo>
                    <a:lnTo>
                      <a:pt x="691" y="886"/>
                    </a:lnTo>
                    <a:lnTo>
                      <a:pt x="691" y="254"/>
                    </a:lnTo>
                    <a:lnTo>
                      <a:pt x="689" y="249"/>
                    </a:lnTo>
                    <a:lnTo>
                      <a:pt x="686" y="244"/>
                    </a:lnTo>
                    <a:close/>
                  </a:path>
                </a:pathLst>
              </a:custGeom>
              <a:solidFill>
                <a:srgbClr val="FCE5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25" name="Freeform 181">
                <a:extLst>
                  <a:ext uri="{FF2B5EF4-FFF2-40B4-BE49-F238E27FC236}">
                    <a16:creationId xmlns:a16="http://schemas.microsoft.com/office/drawing/2014/main" id="{948E6346-940A-D4C0-80FC-C4EC1BA5FB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80763" y="1474788"/>
                <a:ext cx="57150" cy="9525"/>
              </a:xfrm>
              <a:custGeom>
                <a:avLst/>
                <a:gdLst>
                  <a:gd name="T0" fmla="*/ 167 w 182"/>
                  <a:gd name="T1" fmla="*/ 0 h 31"/>
                  <a:gd name="T2" fmla="*/ 15 w 182"/>
                  <a:gd name="T3" fmla="*/ 0 h 31"/>
                  <a:gd name="T4" fmla="*/ 13 w 182"/>
                  <a:gd name="T5" fmla="*/ 1 h 31"/>
                  <a:gd name="T6" fmla="*/ 10 w 182"/>
                  <a:gd name="T7" fmla="*/ 2 h 31"/>
                  <a:gd name="T8" fmla="*/ 8 w 182"/>
                  <a:gd name="T9" fmla="*/ 3 h 31"/>
                  <a:gd name="T10" fmla="*/ 5 w 182"/>
                  <a:gd name="T11" fmla="*/ 6 h 31"/>
                  <a:gd name="T12" fmla="*/ 4 w 182"/>
                  <a:gd name="T13" fmla="*/ 8 h 31"/>
                  <a:gd name="T14" fmla="*/ 1 w 182"/>
                  <a:gd name="T15" fmla="*/ 10 h 31"/>
                  <a:gd name="T16" fmla="*/ 1 w 182"/>
                  <a:gd name="T17" fmla="*/ 13 h 31"/>
                  <a:gd name="T18" fmla="*/ 0 w 182"/>
                  <a:gd name="T19" fmla="*/ 15 h 31"/>
                  <a:gd name="T20" fmla="*/ 1 w 182"/>
                  <a:gd name="T21" fmla="*/ 20 h 31"/>
                  <a:gd name="T22" fmla="*/ 1 w 182"/>
                  <a:gd name="T23" fmla="*/ 22 h 31"/>
                  <a:gd name="T24" fmla="*/ 4 w 182"/>
                  <a:gd name="T25" fmla="*/ 25 h 31"/>
                  <a:gd name="T26" fmla="*/ 5 w 182"/>
                  <a:gd name="T27" fmla="*/ 27 h 31"/>
                  <a:gd name="T28" fmla="*/ 8 w 182"/>
                  <a:gd name="T29" fmla="*/ 28 h 31"/>
                  <a:gd name="T30" fmla="*/ 10 w 182"/>
                  <a:gd name="T31" fmla="*/ 30 h 31"/>
                  <a:gd name="T32" fmla="*/ 13 w 182"/>
                  <a:gd name="T33" fmla="*/ 30 h 31"/>
                  <a:gd name="T34" fmla="*/ 15 w 182"/>
                  <a:gd name="T35" fmla="*/ 31 h 31"/>
                  <a:gd name="T36" fmla="*/ 167 w 182"/>
                  <a:gd name="T37" fmla="*/ 31 h 31"/>
                  <a:gd name="T38" fmla="*/ 171 w 182"/>
                  <a:gd name="T39" fmla="*/ 30 h 31"/>
                  <a:gd name="T40" fmla="*/ 173 w 182"/>
                  <a:gd name="T41" fmla="*/ 30 h 31"/>
                  <a:gd name="T42" fmla="*/ 176 w 182"/>
                  <a:gd name="T43" fmla="*/ 28 h 31"/>
                  <a:gd name="T44" fmla="*/ 178 w 182"/>
                  <a:gd name="T45" fmla="*/ 27 h 31"/>
                  <a:gd name="T46" fmla="*/ 180 w 182"/>
                  <a:gd name="T47" fmla="*/ 25 h 31"/>
                  <a:gd name="T48" fmla="*/ 181 w 182"/>
                  <a:gd name="T49" fmla="*/ 22 h 31"/>
                  <a:gd name="T50" fmla="*/ 182 w 182"/>
                  <a:gd name="T51" fmla="*/ 20 h 31"/>
                  <a:gd name="T52" fmla="*/ 182 w 182"/>
                  <a:gd name="T53" fmla="*/ 15 h 31"/>
                  <a:gd name="T54" fmla="*/ 182 w 182"/>
                  <a:gd name="T55" fmla="*/ 13 h 31"/>
                  <a:gd name="T56" fmla="*/ 181 w 182"/>
                  <a:gd name="T57" fmla="*/ 10 h 31"/>
                  <a:gd name="T58" fmla="*/ 180 w 182"/>
                  <a:gd name="T59" fmla="*/ 8 h 31"/>
                  <a:gd name="T60" fmla="*/ 178 w 182"/>
                  <a:gd name="T61" fmla="*/ 6 h 31"/>
                  <a:gd name="T62" fmla="*/ 176 w 182"/>
                  <a:gd name="T63" fmla="*/ 3 h 31"/>
                  <a:gd name="T64" fmla="*/ 173 w 182"/>
                  <a:gd name="T65" fmla="*/ 2 h 31"/>
                  <a:gd name="T66" fmla="*/ 171 w 182"/>
                  <a:gd name="T67" fmla="*/ 1 h 31"/>
                  <a:gd name="T68" fmla="*/ 167 w 182"/>
                  <a:gd name="T6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182" h="31">
                    <a:moveTo>
                      <a:pt x="167" y="0"/>
                    </a:moveTo>
                    <a:lnTo>
                      <a:pt x="15" y="0"/>
                    </a:lnTo>
                    <a:lnTo>
                      <a:pt x="13" y="1"/>
                    </a:lnTo>
                    <a:lnTo>
                      <a:pt x="10" y="2"/>
                    </a:lnTo>
                    <a:lnTo>
                      <a:pt x="8" y="3"/>
                    </a:lnTo>
                    <a:lnTo>
                      <a:pt x="5" y="6"/>
                    </a:lnTo>
                    <a:lnTo>
                      <a:pt x="4" y="8"/>
                    </a:lnTo>
                    <a:lnTo>
                      <a:pt x="1" y="10"/>
                    </a:lnTo>
                    <a:lnTo>
                      <a:pt x="1" y="13"/>
                    </a:lnTo>
                    <a:lnTo>
                      <a:pt x="0" y="15"/>
                    </a:lnTo>
                    <a:lnTo>
                      <a:pt x="1" y="20"/>
                    </a:lnTo>
                    <a:lnTo>
                      <a:pt x="1" y="22"/>
                    </a:lnTo>
                    <a:lnTo>
                      <a:pt x="4" y="25"/>
                    </a:lnTo>
                    <a:lnTo>
                      <a:pt x="5" y="27"/>
                    </a:lnTo>
                    <a:lnTo>
                      <a:pt x="8" y="28"/>
                    </a:lnTo>
                    <a:lnTo>
                      <a:pt x="10" y="30"/>
                    </a:lnTo>
                    <a:lnTo>
                      <a:pt x="13" y="30"/>
                    </a:lnTo>
                    <a:lnTo>
                      <a:pt x="15" y="31"/>
                    </a:lnTo>
                    <a:lnTo>
                      <a:pt x="167" y="31"/>
                    </a:lnTo>
                    <a:lnTo>
                      <a:pt x="171" y="30"/>
                    </a:lnTo>
                    <a:lnTo>
                      <a:pt x="173" y="30"/>
                    </a:lnTo>
                    <a:lnTo>
                      <a:pt x="176" y="28"/>
                    </a:lnTo>
                    <a:lnTo>
                      <a:pt x="178" y="27"/>
                    </a:lnTo>
                    <a:lnTo>
                      <a:pt x="180" y="25"/>
                    </a:lnTo>
                    <a:lnTo>
                      <a:pt x="181" y="22"/>
                    </a:lnTo>
                    <a:lnTo>
                      <a:pt x="182" y="20"/>
                    </a:lnTo>
                    <a:lnTo>
                      <a:pt x="182" y="15"/>
                    </a:lnTo>
                    <a:lnTo>
                      <a:pt x="182" y="13"/>
                    </a:lnTo>
                    <a:lnTo>
                      <a:pt x="181" y="10"/>
                    </a:lnTo>
                    <a:lnTo>
                      <a:pt x="180" y="8"/>
                    </a:lnTo>
                    <a:lnTo>
                      <a:pt x="178" y="6"/>
                    </a:lnTo>
                    <a:lnTo>
                      <a:pt x="176" y="3"/>
                    </a:lnTo>
                    <a:lnTo>
                      <a:pt x="173" y="2"/>
                    </a:lnTo>
                    <a:lnTo>
                      <a:pt x="171" y="1"/>
                    </a:lnTo>
                    <a:lnTo>
                      <a:pt x="167" y="0"/>
                    </a:lnTo>
                    <a:close/>
                  </a:path>
                </a:pathLst>
              </a:custGeom>
              <a:solidFill>
                <a:srgbClr val="FCE5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26" name="Freeform 182">
                <a:extLst>
                  <a:ext uri="{FF2B5EF4-FFF2-40B4-BE49-F238E27FC236}">
                    <a16:creationId xmlns:a16="http://schemas.microsoft.com/office/drawing/2014/main" id="{D343DB2E-9FDA-5735-C948-9FFBB9B58C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80763" y="1522413"/>
                <a:ext cx="57150" cy="9525"/>
              </a:xfrm>
              <a:custGeom>
                <a:avLst/>
                <a:gdLst>
                  <a:gd name="T0" fmla="*/ 167 w 182"/>
                  <a:gd name="T1" fmla="*/ 0 h 30"/>
                  <a:gd name="T2" fmla="*/ 15 w 182"/>
                  <a:gd name="T3" fmla="*/ 0 h 30"/>
                  <a:gd name="T4" fmla="*/ 13 w 182"/>
                  <a:gd name="T5" fmla="*/ 0 h 30"/>
                  <a:gd name="T6" fmla="*/ 10 w 182"/>
                  <a:gd name="T7" fmla="*/ 1 h 30"/>
                  <a:gd name="T8" fmla="*/ 8 w 182"/>
                  <a:gd name="T9" fmla="*/ 2 h 30"/>
                  <a:gd name="T10" fmla="*/ 5 w 182"/>
                  <a:gd name="T11" fmla="*/ 4 h 30"/>
                  <a:gd name="T12" fmla="*/ 4 w 182"/>
                  <a:gd name="T13" fmla="*/ 7 h 30"/>
                  <a:gd name="T14" fmla="*/ 1 w 182"/>
                  <a:gd name="T15" fmla="*/ 10 h 30"/>
                  <a:gd name="T16" fmla="*/ 1 w 182"/>
                  <a:gd name="T17" fmla="*/ 12 h 30"/>
                  <a:gd name="T18" fmla="*/ 0 w 182"/>
                  <a:gd name="T19" fmla="*/ 15 h 30"/>
                  <a:gd name="T20" fmla="*/ 1 w 182"/>
                  <a:gd name="T21" fmla="*/ 18 h 30"/>
                  <a:gd name="T22" fmla="*/ 1 w 182"/>
                  <a:gd name="T23" fmla="*/ 22 h 30"/>
                  <a:gd name="T24" fmla="*/ 4 w 182"/>
                  <a:gd name="T25" fmla="*/ 24 h 30"/>
                  <a:gd name="T26" fmla="*/ 5 w 182"/>
                  <a:gd name="T27" fmla="*/ 26 h 30"/>
                  <a:gd name="T28" fmla="*/ 8 w 182"/>
                  <a:gd name="T29" fmla="*/ 28 h 30"/>
                  <a:gd name="T30" fmla="*/ 10 w 182"/>
                  <a:gd name="T31" fmla="*/ 29 h 30"/>
                  <a:gd name="T32" fmla="*/ 13 w 182"/>
                  <a:gd name="T33" fmla="*/ 30 h 30"/>
                  <a:gd name="T34" fmla="*/ 15 w 182"/>
                  <a:gd name="T35" fmla="*/ 30 h 30"/>
                  <a:gd name="T36" fmla="*/ 167 w 182"/>
                  <a:gd name="T37" fmla="*/ 30 h 30"/>
                  <a:gd name="T38" fmla="*/ 171 w 182"/>
                  <a:gd name="T39" fmla="*/ 30 h 30"/>
                  <a:gd name="T40" fmla="*/ 173 w 182"/>
                  <a:gd name="T41" fmla="*/ 29 h 30"/>
                  <a:gd name="T42" fmla="*/ 176 w 182"/>
                  <a:gd name="T43" fmla="*/ 28 h 30"/>
                  <a:gd name="T44" fmla="*/ 178 w 182"/>
                  <a:gd name="T45" fmla="*/ 26 h 30"/>
                  <a:gd name="T46" fmla="*/ 180 w 182"/>
                  <a:gd name="T47" fmla="*/ 24 h 30"/>
                  <a:gd name="T48" fmla="*/ 181 w 182"/>
                  <a:gd name="T49" fmla="*/ 22 h 30"/>
                  <a:gd name="T50" fmla="*/ 182 w 182"/>
                  <a:gd name="T51" fmla="*/ 18 h 30"/>
                  <a:gd name="T52" fmla="*/ 182 w 182"/>
                  <a:gd name="T53" fmla="*/ 15 h 30"/>
                  <a:gd name="T54" fmla="*/ 182 w 182"/>
                  <a:gd name="T55" fmla="*/ 12 h 30"/>
                  <a:gd name="T56" fmla="*/ 181 w 182"/>
                  <a:gd name="T57" fmla="*/ 10 h 30"/>
                  <a:gd name="T58" fmla="*/ 180 w 182"/>
                  <a:gd name="T59" fmla="*/ 7 h 30"/>
                  <a:gd name="T60" fmla="*/ 178 w 182"/>
                  <a:gd name="T61" fmla="*/ 4 h 30"/>
                  <a:gd name="T62" fmla="*/ 176 w 182"/>
                  <a:gd name="T63" fmla="*/ 2 h 30"/>
                  <a:gd name="T64" fmla="*/ 173 w 182"/>
                  <a:gd name="T65" fmla="*/ 1 h 30"/>
                  <a:gd name="T66" fmla="*/ 171 w 182"/>
                  <a:gd name="T67" fmla="*/ 0 h 30"/>
                  <a:gd name="T68" fmla="*/ 167 w 182"/>
                  <a:gd name="T6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182" h="30">
                    <a:moveTo>
                      <a:pt x="167" y="0"/>
                    </a:moveTo>
                    <a:lnTo>
                      <a:pt x="15" y="0"/>
                    </a:lnTo>
                    <a:lnTo>
                      <a:pt x="13" y="0"/>
                    </a:lnTo>
                    <a:lnTo>
                      <a:pt x="10" y="1"/>
                    </a:lnTo>
                    <a:lnTo>
                      <a:pt x="8" y="2"/>
                    </a:lnTo>
                    <a:lnTo>
                      <a:pt x="5" y="4"/>
                    </a:lnTo>
                    <a:lnTo>
                      <a:pt x="4" y="7"/>
                    </a:lnTo>
                    <a:lnTo>
                      <a:pt x="1" y="10"/>
                    </a:lnTo>
                    <a:lnTo>
                      <a:pt x="1" y="12"/>
                    </a:lnTo>
                    <a:lnTo>
                      <a:pt x="0" y="15"/>
                    </a:lnTo>
                    <a:lnTo>
                      <a:pt x="1" y="18"/>
                    </a:lnTo>
                    <a:lnTo>
                      <a:pt x="1" y="22"/>
                    </a:lnTo>
                    <a:lnTo>
                      <a:pt x="4" y="24"/>
                    </a:lnTo>
                    <a:lnTo>
                      <a:pt x="5" y="26"/>
                    </a:lnTo>
                    <a:lnTo>
                      <a:pt x="8" y="28"/>
                    </a:lnTo>
                    <a:lnTo>
                      <a:pt x="10" y="29"/>
                    </a:lnTo>
                    <a:lnTo>
                      <a:pt x="13" y="30"/>
                    </a:lnTo>
                    <a:lnTo>
                      <a:pt x="15" y="30"/>
                    </a:lnTo>
                    <a:lnTo>
                      <a:pt x="167" y="30"/>
                    </a:lnTo>
                    <a:lnTo>
                      <a:pt x="171" y="30"/>
                    </a:lnTo>
                    <a:lnTo>
                      <a:pt x="173" y="29"/>
                    </a:lnTo>
                    <a:lnTo>
                      <a:pt x="176" y="28"/>
                    </a:lnTo>
                    <a:lnTo>
                      <a:pt x="178" y="26"/>
                    </a:lnTo>
                    <a:lnTo>
                      <a:pt x="180" y="24"/>
                    </a:lnTo>
                    <a:lnTo>
                      <a:pt x="181" y="22"/>
                    </a:lnTo>
                    <a:lnTo>
                      <a:pt x="182" y="18"/>
                    </a:lnTo>
                    <a:lnTo>
                      <a:pt x="182" y="15"/>
                    </a:lnTo>
                    <a:lnTo>
                      <a:pt x="182" y="12"/>
                    </a:lnTo>
                    <a:lnTo>
                      <a:pt x="181" y="10"/>
                    </a:lnTo>
                    <a:lnTo>
                      <a:pt x="180" y="7"/>
                    </a:lnTo>
                    <a:lnTo>
                      <a:pt x="178" y="4"/>
                    </a:lnTo>
                    <a:lnTo>
                      <a:pt x="176" y="2"/>
                    </a:lnTo>
                    <a:lnTo>
                      <a:pt x="173" y="1"/>
                    </a:lnTo>
                    <a:lnTo>
                      <a:pt x="171" y="0"/>
                    </a:lnTo>
                    <a:lnTo>
                      <a:pt x="167" y="0"/>
                    </a:lnTo>
                    <a:close/>
                  </a:path>
                </a:pathLst>
              </a:custGeom>
              <a:solidFill>
                <a:srgbClr val="FCE5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27" name="Freeform 183">
                <a:extLst>
                  <a:ext uri="{FF2B5EF4-FFF2-40B4-BE49-F238E27FC236}">
                    <a16:creationId xmlns:a16="http://schemas.microsoft.com/office/drawing/2014/main" id="{E2372B66-074B-7446-FC2D-8AA037FCB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80763" y="1579563"/>
                <a:ext cx="57150" cy="9525"/>
              </a:xfrm>
              <a:custGeom>
                <a:avLst/>
                <a:gdLst>
                  <a:gd name="T0" fmla="*/ 167 w 182"/>
                  <a:gd name="T1" fmla="*/ 0 h 30"/>
                  <a:gd name="T2" fmla="*/ 15 w 182"/>
                  <a:gd name="T3" fmla="*/ 0 h 30"/>
                  <a:gd name="T4" fmla="*/ 13 w 182"/>
                  <a:gd name="T5" fmla="*/ 1 h 30"/>
                  <a:gd name="T6" fmla="*/ 10 w 182"/>
                  <a:gd name="T7" fmla="*/ 1 h 30"/>
                  <a:gd name="T8" fmla="*/ 8 w 182"/>
                  <a:gd name="T9" fmla="*/ 3 h 30"/>
                  <a:gd name="T10" fmla="*/ 5 w 182"/>
                  <a:gd name="T11" fmla="*/ 5 h 30"/>
                  <a:gd name="T12" fmla="*/ 4 w 182"/>
                  <a:gd name="T13" fmla="*/ 7 h 30"/>
                  <a:gd name="T14" fmla="*/ 1 w 182"/>
                  <a:gd name="T15" fmla="*/ 10 h 30"/>
                  <a:gd name="T16" fmla="*/ 1 w 182"/>
                  <a:gd name="T17" fmla="*/ 13 h 30"/>
                  <a:gd name="T18" fmla="*/ 0 w 182"/>
                  <a:gd name="T19" fmla="*/ 15 h 30"/>
                  <a:gd name="T20" fmla="*/ 1 w 182"/>
                  <a:gd name="T21" fmla="*/ 18 h 30"/>
                  <a:gd name="T22" fmla="*/ 1 w 182"/>
                  <a:gd name="T23" fmla="*/ 21 h 30"/>
                  <a:gd name="T24" fmla="*/ 4 w 182"/>
                  <a:gd name="T25" fmla="*/ 24 h 30"/>
                  <a:gd name="T26" fmla="*/ 5 w 182"/>
                  <a:gd name="T27" fmla="*/ 26 h 30"/>
                  <a:gd name="T28" fmla="*/ 8 w 182"/>
                  <a:gd name="T29" fmla="*/ 28 h 30"/>
                  <a:gd name="T30" fmla="*/ 10 w 182"/>
                  <a:gd name="T31" fmla="*/ 29 h 30"/>
                  <a:gd name="T32" fmla="*/ 13 w 182"/>
                  <a:gd name="T33" fmla="*/ 30 h 30"/>
                  <a:gd name="T34" fmla="*/ 15 w 182"/>
                  <a:gd name="T35" fmla="*/ 30 h 30"/>
                  <a:gd name="T36" fmla="*/ 167 w 182"/>
                  <a:gd name="T37" fmla="*/ 30 h 30"/>
                  <a:gd name="T38" fmla="*/ 171 w 182"/>
                  <a:gd name="T39" fmla="*/ 30 h 30"/>
                  <a:gd name="T40" fmla="*/ 173 w 182"/>
                  <a:gd name="T41" fmla="*/ 29 h 30"/>
                  <a:gd name="T42" fmla="*/ 176 w 182"/>
                  <a:gd name="T43" fmla="*/ 28 h 30"/>
                  <a:gd name="T44" fmla="*/ 178 w 182"/>
                  <a:gd name="T45" fmla="*/ 26 h 30"/>
                  <a:gd name="T46" fmla="*/ 180 w 182"/>
                  <a:gd name="T47" fmla="*/ 24 h 30"/>
                  <a:gd name="T48" fmla="*/ 181 w 182"/>
                  <a:gd name="T49" fmla="*/ 21 h 30"/>
                  <a:gd name="T50" fmla="*/ 182 w 182"/>
                  <a:gd name="T51" fmla="*/ 18 h 30"/>
                  <a:gd name="T52" fmla="*/ 182 w 182"/>
                  <a:gd name="T53" fmla="*/ 15 h 30"/>
                  <a:gd name="T54" fmla="*/ 182 w 182"/>
                  <a:gd name="T55" fmla="*/ 13 h 30"/>
                  <a:gd name="T56" fmla="*/ 181 w 182"/>
                  <a:gd name="T57" fmla="*/ 10 h 30"/>
                  <a:gd name="T58" fmla="*/ 180 w 182"/>
                  <a:gd name="T59" fmla="*/ 7 h 30"/>
                  <a:gd name="T60" fmla="*/ 178 w 182"/>
                  <a:gd name="T61" fmla="*/ 5 h 30"/>
                  <a:gd name="T62" fmla="*/ 176 w 182"/>
                  <a:gd name="T63" fmla="*/ 3 h 30"/>
                  <a:gd name="T64" fmla="*/ 173 w 182"/>
                  <a:gd name="T65" fmla="*/ 1 h 30"/>
                  <a:gd name="T66" fmla="*/ 171 w 182"/>
                  <a:gd name="T67" fmla="*/ 1 h 30"/>
                  <a:gd name="T68" fmla="*/ 167 w 182"/>
                  <a:gd name="T6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182" h="30">
                    <a:moveTo>
                      <a:pt x="167" y="0"/>
                    </a:moveTo>
                    <a:lnTo>
                      <a:pt x="15" y="0"/>
                    </a:lnTo>
                    <a:lnTo>
                      <a:pt x="13" y="1"/>
                    </a:lnTo>
                    <a:lnTo>
                      <a:pt x="10" y="1"/>
                    </a:lnTo>
                    <a:lnTo>
                      <a:pt x="8" y="3"/>
                    </a:lnTo>
                    <a:lnTo>
                      <a:pt x="5" y="5"/>
                    </a:lnTo>
                    <a:lnTo>
                      <a:pt x="4" y="7"/>
                    </a:lnTo>
                    <a:lnTo>
                      <a:pt x="1" y="10"/>
                    </a:lnTo>
                    <a:lnTo>
                      <a:pt x="1" y="13"/>
                    </a:lnTo>
                    <a:lnTo>
                      <a:pt x="0" y="15"/>
                    </a:lnTo>
                    <a:lnTo>
                      <a:pt x="1" y="18"/>
                    </a:lnTo>
                    <a:lnTo>
                      <a:pt x="1" y="21"/>
                    </a:lnTo>
                    <a:lnTo>
                      <a:pt x="4" y="24"/>
                    </a:lnTo>
                    <a:lnTo>
                      <a:pt x="5" y="26"/>
                    </a:lnTo>
                    <a:lnTo>
                      <a:pt x="8" y="28"/>
                    </a:lnTo>
                    <a:lnTo>
                      <a:pt x="10" y="29"/>
                    </a:lnTo>
                    <a:lnTo>
                      <a:pt x="13" y="30"/>
                    </a:lnTo>
                    <a:lnTo>
                      <a:pt x="15" y="30"/>
                    </a:lnTo>
                    <a:lnTo>
                      <a:pt x="167" y="30"/>
                    </a:lnTo>
                    <a:lnTo>
                      <a:pt x="171" y="30"/>
                    </a:lnTo>
                    <a:lnTo>
                      <a:pt x="173" y="29"/>
                    </a:lnTo>
                    <a:lnTo>
                      <a:pt x="176" y="28"/>
                    </a:lnTo>
                    <a:lnTo>
                      <a:pt x="178" y="26"/>
                    </a:lnTo>
                    <a:lnTo>
                      <a:pt x="180" y="24"/>
                    </a:lnTo>
                    <a:lnTo>
                      <a:pt x="181" y="21"/>
                    </a:lnTo>
                    <a:lnTo>
                      <a:pt x="182" y="18"/>
                    </a:lnTo>
                    <a:lnTo>
                      <a:pt x="182" y="15"/>
                    </a:lnTo>
                    <a:lnTo>
                      <a:pt x="182" y="13"/>
                    </a:lnTo>
                    <a:lnTo>
                      <a:pt x="181" y="10"/>
                    </a:lnTo>
                    <a:lnTo>
                      <a:pt x="180" y="7"/>
                    </a:lnTo>
                    <a:lnTo>
                      <a:pt x="178" y="5"/>
                    </a:lnTo>
                    <a:lnTo>
                      <a:pt x="176" y="3"/>
                    </a:lnTo>
                    <a:lnTo>
                      <a:pt x="173" y="1"/>
                    </a:lnTo>
                    <a:lnTo>
                      <a:pt x="171" y="1"/>
                    </a:lnTo>
                    <a:lnTo>
                      <a:pt x="167" y="0"/>
                    </a:lnTo>
                    <a:close/>
                  </a:path>
                </a:pathLst>
              </a:custGeom>
              <a:solidFill>
                <a:srgbClr val="FCE5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28" name="Freeform 184">
                <a:extLst>
                  <a:ext uri="{FF2B5EF4-FFF2-40B4-BE49-F238E27FC236}">
                    <a16:creationId xmlns:a16="http://schemas.microsoft.com/office/drawing/2014/main" id="{41217830-F8A2-3A0D-8563-EDF40B8BA3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09325" y="1450976"/>
                <a:ext cx="57150" cy="39688"/>
              </a:xfrm>
              <a:custGeom>
                <a:avLst/>
                <a:gdLst>
                  <a:gd name="T0" fmla="*/ 156 w 181"/>
                  <a:gd name="T1" fmla="*/ 4 h 126"/>
                  <a:gd name="T2" fmla="*/ 71 w 181"/>
                  <a:gd name="T3" fmla="*/ 88 h 126"/>
                  <a:gd name="T4" fmla="*/ 25 w 181"/>
                  <a:gd name="T5" fmla="*/ 43 h 126"/>
                  <a:gd name="T6" fmla="*/ 23 w 181"/>
                  <a:gd name="T7" fmla="*/ 41 h 126"/>
                  <a:gd name="T8" fmla="*/ 20 w 181"/>
                  <a:gd name="T9" fmla="*/ 39 h 126"/>
                  <a:gd name="T10" fmla="*/ 18 w 181"/>
                  <a:gd name="T11" fmla="*/ 39 h 126"/>
                  <a:gd name="T12" fmla="*/ 15 w 181"/>
                  <a:gd name="T13" fmla="*/ 38 h 126"/>
                  <a:gd name="T14" fmla="*/ 11 w 181"/>
                  <a:gd name="T15" fmla="*/ 39 h 126"/>
                  <a:gd name="T16" fmla="*/ 9 w 181"/>
                  <a:gd name="T17" fmla="*/ 39 h 126"/>
                  <a:gd name="T18" fmla="*/ 6 w 181"/>
                  <a:gd name="T19" fmla="*/ 41 h 126"/>
                  <a:gd name="T20" fmla="*/ 4 w 181"/>
                  <a:gd name="T21" fmla="*/ 43 h 126"/>
                  <a:gd name="T22" fmla="*/ 2 w 181"/>
                  <a:gd name="T23" fmla="*/ 45 h 126"/>
                  <a:gd name="T24" fmla="*/ 1 w 181"/>
                  <a:gd name="T25" fmla="*/ 47 h 126"/>
                  <a:gd name="T26" fmla="*/ 0 w 181"/>
                  <a:gd name="T27" fmla="*/ 51 h 126"/>
                  <a:gd name="T28" fmla="*/ 0 w 181"/>
                  <a:gd name="T29" fmla="*/ 53 h 126"/>
                  <a:gd name="T30" fmla="*/ 0 w 181"/>
                  <a:gd name="T31" fmla="*/ 56 h 126"/>
                  <a:gd name="T32" fmla="*/ 1 w 181"/>
                  <a:gd name="T33" fmla="*/ 59 h 126"/>
                  <a:gd name="T34" fmla="*/ 2 w 181"/>
                  <a:gd name="T35" fmla="*/ 61 h 126"/>
                  <a:gd name="T36" fmla="*/ 4 w 181"/>
                  <a:gd name="T37" fmla="*/ 63 h 126"/>
                  <a:gd name="T38" fmla="*/ 61 w 181"/>
                  <a:gd name="T39" fmla="*/ 121 h 126"/>
                  <a:gd name="T40" fmla="*/ 63 w 181"/>
                  <a:gd name="T41" fmla="*/ 122 h 126"/>
                  <a:gd name="T42" fmla="*/ 66 w 181"/>
                  <a:gd name="T43" fmla="*/ 124 h 126"/>
                  <a:gd name="T44" fmla="*/ 68 w 181"/>
                  <a:gd name="T45" fmla="*/ 126 h 126"/>
                  <a:gd name="T46" fmla="*/ 71 w 181"/>
                  <a:gd name="T47" fmla="*/ 126 h 126"/>
                  <a:gd name="T48" fmla="*/ 74 w 181"/>
                  <a:gd name="T49" fmla="*/ 126 h 126"/>
                  <a:gd name="T50" fmla="*/ 77 w 181"/>
                  <a:gd name="T51" fmla="*/ 124 h 126"/>
                  <a:gd name="T52" fmla="*/ 80 w 181"/>
                  <a:gd name="T53" fmla="*/ 122 h 126"/>
                  <a:gd name="T54" fmla="*/ 82 w 181"/>
                  <a:gd name="T55" fmla="*/ 121 h 126"/>
                  <a:gd name="T56" fmla="*/ 176 w 181"/>
                  <a:gd name="T57" fmla="*/ 26 h 126"/>
                  <a:gd name="T58" fmla="*/ 178 w 181"/>
                  <a:gd name="T59" fmla="*/ 24 h 126"/>
                  <a:gd name="T60" fmla="*/ 180 w 181"/>
                  <a:gd name="T61" fmla="*/ 21 h 126"/>
                  <a:gd name="T62" fmla="*/ 180 w 181"/>
                  <a:gd name="T63" fmla="*/ 17 h 126"/>
                  <a:gd name="T64" fmla="*/ 181 w 181"/>
                  <a:gd name="T65" fmla="*/ 15 h 126"/>
                  <a:gd name="T66" fmla="*/ 180 w 181"/>
                  <a:gd name="T67" fmla="*/ 12 h 126"/>
                  <a:gd name="T68" fmla="*/ 180 w 181"/>
                  <a:gd name="T69" fmla="*/ 9 h 126"/>
                  <a:gd name="T70" fmla="*/ 178 w 181"/>
                  <a:gd name="T71" fmla="*/ 6 h 126"/>
                  <a:gd name="T72" fmla="*/ 176 w 181"/>
                  <a:gd name="T73" fmla="*/ 4 h 126"/>
                  <a:gd name="T74" fmla="*/ 172 w 181"/>
                  <a:gd name="T75" fmla="*/ 1 h 126"/>
                  <a:gd name="T76" fmla="*/ 166 w 181"/>
                  <a:gd name="T77" fmla="*/ 0 h 126"/>
                  <a:gd name="T78" fmla="*/ 160 w 181"/>
                  <a:gd name="T79" fmla="*/ 1 h 126"/>
                  <a:gd name="T80" fmla="*/ 156 w 181"/>
                  <a:gd name="T81" fmla="*/ 4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181" h="126">
                    <a:moveTo>
                      <a:pt x="156" y="4"/>
                    </a:moveTo>
                    <a:lnTo>
                      <a:pt x="71" y="88"/>
                    </a:lnTo>
                    <a:lnTo>
                      <a:pt x="25" y="43"/>
                    </a:lnTo>
                    <a:lnTo>
                      <a:pt x="23" y="41"/>
                    </a:lnTo>
                    <a:lnTo>
                      <a:pt x="20" y="39"/>
                    </a:lnTo>
                    <a:lnTo>
                      <a:pt x="18" y="39"/>
                    </a:lnTo>
                    <a:lnTo>
                      <a:pt x="15" y="38"/>
                    </a:lnTo>
                    <a:lnTo>
                      <a:pt x="11" y="39"/>
                    </a:lnTo>
                    <a:lnTo>
                      <a:pt x="9" y="39"/>
                    </a:lnTo>
                    <a:lnTo>
                      <a:pt x="6" y="41"/>
                    </a:lnTo>
                    <a:lnTo>
                      <a:pt x="4" y="43"/>
                    </a:lnTo>
                    <a:lnTo>
                      <a:pt x="2" y="45"/>
                    </a:lnTo>
                    <a:lnTo>
                      <a:pt x="1" y="47"/>
                    </a:lnTo>
                    <a:lnTo>
                      <a:pt x="0" y="51"/>
                    </a:lnTo>
                    <a:lnTo>
                      <a:pt x="0" y="53"/>
                    </a:lnTo>
                    <a:lnTo>
                      <a:pt x="0" y="56"/>
                    </a:lnTo>
                    <a:lnTo>
                      <a:pt x="1" y="59"/>
                    </a:lnTo>
                    <a:lnTo>
                      <a:pt x="2" y="61"/>
                    </a:lnTo>
                    <a:lnTo>
                      <a:pt x="4" y="63"/>
                    </a:lnTo>
                    <a:lnTo>
                      <a:pt x="61" y="121"/>
                    </a:lnTo>
                    <a:lnTo>
                      <a:pt x="63" y="122"/>
                    </a:lnTo>
                    <a:lnTo>
                      <a:pt x="66" y="124"/>
                    </a:lnTo>
                    <a:lnTo>
                      <a:pt x="68" y="126"/>
                    </a:lnTo>
                    <a:lnTo>
                      <a:pt x="71" y="126"/>
                    </a:lnTo>
                    <a:lnTo>
                      <a:pt x="74" y="126"/>
                    </a:lnTo>
                    <a:lnTo>
                      <a:pt x="77" y="124"/>
                    </a:lnTo>
                    <a:lnTo>
                      <a:pt x="80" y="122"/>
                    </a:lnTo>
                    <a:lnTo>
                      <a:pt x="82" y="121"/>
                    </a:lnTo>
                    <a:lnTo>
                      <a:pt x="176" y="26"/>
                    </a:lnTo>
                    <a:lnTo>
                      <a:pt x="178" y="24"/>
                    </a:lnTo>
                    <a:lnTo>
                      <a:pt x="180" y="21"/>
                    </a:lnTo>
                    <a:lnTo>
                      <a:pt x="180" y="17"/>
                    </a:lnTo>
                    <a:lnTo>
                      <a:pt x="181" y="15"/>
                    </a:lnTo>
                    <a:lnTo>
                      <a:pt x="180" y="12"/>
                    </a:lnTo>
                    <a:lnTo>
                      <a:pt x="180" y="9"/>
                    </a:lnTo>
                    <a:lnTo>
                      <a:pt x="178" y="6"/>
                    </a:lnTo>
                    <a:lnTo>
                      <a:pt x="176" y="4"/>
                    </a:lnTo>
                    <a:lnTo>
                      <a:pt x="172" y="1"/>
                    </a:lnTo>
                    <a:lnTo>
                      <a:pt x="166" y="0"/>
                    </a:lnTo>
                    <a:lnTo>
                      <a:pt x="160" y="1"/>
                    </a:lnTo>
                    <a:lnTo>
                      <a:pt x="156" y="4"/>
                    </a:lnTo>
                    <a:close/>
                  </a:path>
                </a:pathLst>
              </a:custGeom>
              <a:solidFill>
                <a:srgbClr val="FCE500"/>
              </a:solidFill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29" name="Freeform 185">
                <a:extLst>
                  <a:ext uri="{FF2B5EF4-FFF2-40B4-BE49-F238E27FC236}">
                    <a16:creationId xmlns:a16="http://schemas.microsoft.com/office/drawing/2014/main" id="{B5EC1309-DC21-E905-77C7-F9FE939CC9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09325" y="1504951"/>
                <a:ext cx="57150" cy="39688"/>
              </a:xfrm>
              <a:custGeom>
                <a:avLst/>
                <a:gdLst>
                  <a:gd name="T0" fmla="*/ 156 w 181"/>
                  <a:gd name="T1" fmla="*/ 4 h 124"/>
                  <a:gd name="T2" fmla="*/ 71 w 181"/>
                  <a:gd name="T3" fmla="*/ 88 h 124"/>
                  <a:gd name="T4" fmla="*/ 25 w 181"/>
                  <a:gd name="T5" fmla="*/ 41 h 124"/>
                  <a:gd name="T6" fmla="*/ 23 w 181"/>
                  <a:gd name="T7" fmla="*/ 39 h 124"/>
                  <a:gd name="T8" fmla="*/ 20 w 181"/>
                  <a:gd name="T9" fmla="*/ 38 h 124"/>
                  <a:gd name="T10" fmla="*/ 18 w 181"/>
                  <a:gd name="T11" fmla="*/ 37 h 124"/>
                  <a:gd name="T12" fmla="*/ 15 w 181"/>
                  <a:gd name="T13" fmla="*/ 37 h 124"/>
                  <a:gd name="T14" fmla="*/ 11 w 181"/>
                  <a:gd name="T15" fmla="*/ 37 h 124"/>
                  <a:gd name="T16" fmla="*/ 9 w 181"/>
                  <a:gd name="T17" fmla="*/ 38 h 124"/>
                  <a:gd name="T18" fmla="*/ 6 w 181"/>
                  <a:gd name="T19" fmla="*/ 39 h 124"/>
                  <a:gd name="T20" fmla="*/ 4 w 181"/>
                  <a:gd name="T21" fmla="*/ 41 h 124"/>
                  <a:gd name="T22" fmla="*/ 2 w 181"/>
                  <a:gd name="T23" fmla="*/ 43 h 124"/>
                  <a:gd name="T24" fmla="*/ 1 w 181"/>
                  <a:gd name="T25" fmla="*/ 47 h 124"/>
                  <a:gd name="T26" fmla="*/ 0 w 181"/>
                  <a:gd name="T27" fmla="*/ 49 h 124"/>
                  <a:gd name="T28" fmla="*/ 0 w 181"/>
                  <a:gd name="T29" fmla="*/ 52 h 124"/>
                  <a:gd name="T30" fmla="*/ 0 w 181"/>
                  <a:gd name="T31" fmla="*/ 55 h 124"/>
                  <a:gd name="T32" fmla="*/ 1 w 181"/>
                  <a:gd name="T33" fmla="*/ 57 h 124"/>
                  <a:gd name="T34" fmla="*/ 2 w 181"/>
                  <a:gd name="T35" fmla="*/ 61 h 124"/>
                  <a:gd name="T36" fmla="*/ 4 w 181"/>
                  <a:gd name="T37" fmla="*/ 63 h 124"/>
                  <a:gd name="T38" fmla="*/ 61 w 181"/>
                  <a:gd name="T39" fmla="*/ 119 h 124"/>
                  <a:gd name="T40" fmla="*/ 63 w 181"/>
                  <a:gd name="T41" fmla="*/ 122 h 124"/>
                  <a:gd name="T42" fmla="*/ 66 w 181"/>
                  <a:gd name="T43" fmla="*/ 123 h 124"/>
                  <a:gd name="T44" fmla="*/ 68 w 181"/>
                  <a:gd name="T45" fmla="*/ 124 h 124"/>
                  <a:gd name="T46" fmla="*/ 71 w 181"/>
                  <a:gd name="T47" fmla="*/ 124 h 124"/>
                  <a:gd name="T48" fmla="*/ 74 w 181"/>
                  <a:gd name="T49" fmla="*/ 124 h 124"/>
                  <a:gd name="T50" fmla="*/ 77 w 181"/>
                  <a:gd name="T51" fmla="*/ 123 h 124"/>
                  <a:gd name="T52" fmla="*/ 80 w 181"/>
                  <a:gd name="T53" fmla="*/ 122 h 124"/>
                  <a:gd name="T54" fmla="*/ 82 w 181"/>
                  <a:gd name="T55" fmla="*/ 119 h 124"/>
                  <a:gd name="T56" fmla="*/ 176 w 181"/>
                  <a:gd name="T57" fmla="*/ 25 h 124"/>
                  <a:gd name="T58" fmla="*/ 178 w 181"/>
                  <a:gd name="T59" fmla="*/ 23 h 124"/>
                  <a:gd name="T60" fmla="*/ 180 w 181"/>
                  <a:gd name="T61" fmla="*/ 20 h 124"/>
                  <a:gd name="T62" fmla="*/ 180 w 181"/>
                  <a:gd name="T63" fmla="*/ 18 h 124"/>
                  <a:gd name="T64" fmla="*/ 181 w 181"/>
                  <a:gd name="T65" fmla="*/ 14 h 124"/>
                  <a:gd name="T66" fmla="*/ 180 w 181"/>
                  <a:gd name="T67" fmla="*/ 11 h 124"/>
                  <a:gd name="T68" fmla="*/ 180 w 181"/>
                  <a:gd name="T69" fmla="*/ 9 h 124"/>
                  <a:gd name="T70" fmla="*/ 178 w 181"/>
                  <a:gd name="T71" fmla="*/ 6 h 124"/>
                  <a:gd name="T72" fmla="*/ 176 w 181"/>
                  <a:gd name="T73" fmla="*/ 4 h 124"/>
                  <a:gd name="T74" fmla="*/ 174 w 181"/>
                  <a:gd name="T75" fmla="*/ 2 h 124"/>
                  <a:gd name="T76" fmla="*/ 172 w 181"/>
                  <a:gd name="T77" fmla="*/ 1 h 124"/>
                  <a:gd name="T78" fmla="*/ 169 w 181"/>
                  <a:gd name="T79" fmla="*/ 0 h 124"/>
                  <a:gd name="T80" fmla="*/ 166 w 181"/>
                  <a:gd name="T81" fmla="*/ 0 h 124"/>
                  <a:gd name="T82" fmla="*/ 163 w 181"/>
                  <a:gd name="T83" fmla="*/ 0 h 124"/>
                  <a:gd name="T84" fmla="*/ 160 w 181"/>
                  <a:gd name="T85" fmla="*/ 1 h 124"/>
                  <a:gd name="T86" fmla="*/ 158 w 181"/>
                  <a:gd name="T87" fmla="*/ 2 h 124"/>
                  <a:gd name="T88" fmla="*/ 156 w 181"/>
                  <a:gd name="T89" fmla="*/ 4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81" h="124">
                    <a:moveTo>
                      <a:pt x="156" y="4"/>
                    </a:moveTo>
                    <a:lnTo>
                      <a:pt x="71" y="88"/>
                    </a:lnTo>
                    <a:lnTo>
                      <a:pt x="25" y="41"/>
                    </a:lnTo>
                    <a:lnTo>
                      <a:pt x="23" y="39"/>
                    </a:lnTo>
                    <a:lnTo>
                      <a:pt x="20" y="38"/>
                    </a:lnTo>
                    <a:lnTo>
                      <a:pt x="18" y="37"/>
                    </a:lnTo>
                    <a:lnTo>
                      <a:pt x="15" y="37"/>
                    </a:lnTo>
                    <a:lnTo>
                      <a:pt x="11" y="37"/>
                    </a:lnTo>
                    <a:lnTo>
                      <a:pt x="9" y="38"/>
                    </a:lnTo>
                    <a:lnTo>
                      <a:pt x="6" y="39"/>
                    </a:lnTo>
                    <a:lnTo>
                      <a:pt x="4" y="41"/>
                    </a:lnTo>
                    <a:lnTo>
                      <a:pt x="2" y="43"/>
                    </a:lnTo>
                    <a:lnTo>
                      <a:pt x="1" y="47"/>
                    </a:lnTo>
                    <a:lnTo>
                      <a:pt x="0" y="49"/>
                    </a:lnTo>
                    <a:lnTo>
                      <a:pt x="0" y="52"/>
                    </a:lnTo>
                    <a:lnTo>
                      <a:pt x="0" y="55"/>
                    </a:lnTo>
                    <a:lnTo>
                      <a:pt x="1" y="57"/>
                    </a:lnTo>
                    <a:lnTo>
                      <a:pt x="2" y="61"/>
                    </a:lnTo>
                    <a:lnTo>
                      <a:pt x="4" y="63"/>
                    </a:lnTo>
                    <a:lnTo>
                      <a:pt x="61" y="119"/>
                    </a:lnTo>
                    <a:lnTo>
                      <a:pt x="63" y="122"/>
                    </a:lnTo>
                    <a:lnTo>
                      <a:pt x="66" y="123"/>
                    </a:lnTo>
                    <a:lnTo>
                      <a:pt x="68" y="124"/>
                    </a:lnTo>
                    <a:lnTo>
                      <a:pt x="71" y="124"/>
                    </a:lnTo>
                    <a:lnTo>
                      <a:pt x="74" y="124"/>
                    </a:lnTo>
                    <a:lnTo>
                      <a:pt x="77" y="123"/>
                    </a:lnTo>
                    <a:lnTo>
                      <a:pt x="80" y="122"/>
                    </a:lnTo>
                    <a:lnTo>
                      <a:pt x="82" y="119"/>
                    </a:lnTo>
                    <a:lnTo>
                      <a:pt x="176" y="25"/>
                    </a:lnTo>
                    <a:lnTo>
                      <a:pt x="178" y="23"/>
                    </a:lnTo>
                    <a:lnTo>
                      <a:pt x="180" y="20"/>
                    </a:lnTo>
                    <a:lnTo>
                      <a:pt x="180" y="18"/>
                    </a:lnTo>
                    <a:lnTo>
                      <a:pt x="181" y="14"/>
                    </a:lnTo>
                    <a:lnTo>
                      <a:pt x="180" y="11"/>
                    </a:lnTo>
                    <a:lnTo>
                      <a:pt x="180" y="9"/>
                    </a:lnTo>
                    <a:lnTo>
                      <a:pt x="178" y="6"/>
                    </a:lnTo>
                    <a:lnTo>
                      <a:pt x="176" y="4"/>
                    </a:lnTo>
                    <a:lnTo>
                      <a:pt x="174" y="2"/>
                    </a:lnTo>
                    <a:lnTo>
                      <a:pt x="172" y="1"/>
                    </a:lnTo>
                    <a:lnTo>
                      <a:pt x="169" y="0"/>
                    </a:lnTo>
                    <a:lnTo>
                      <a:pt x="166" y="0"/>
                    </a:lnTo>
                    <a:lnTo>
                      <a:pt x="163" y="0"/>
                    </a:lnTo>
                    <a:lnTo>
                      <a:pt x="160" y="1"/>
                    </a:lnTo>
                    <a:lnTo>
                      <a:pt x="158" y="2"/>
                    </a:lnTo>
                    <a:lnTo>
                      <a:pt x="156" y="4"/>
                    </a:lnTo>
                    <a:close/>
                  </a:path>
                </a:pathLst>
              </a:custGeom>
              <a:solidFill>
                <a:srgbClr val="FCE5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30" name="Freeform 186">
                <a:extLst>
                  <a:ext uri="{FF2B5EF4-FFF2-40B4-BE49-F238E27FC236}">
                    <a16:creationId xmlns:a16="http://schemas.microsoft.com/office/drawing/2014/main" id="{9D70036C-8870-8097-A9BA-32C8D05AC6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09325" y="1558926"/>
                <a:ext cx="57150" cy="39688"/>
              </a:xfrm>
              <a:custGeom>
                <a:avLst/>
                <a:gdLst>
                  <a:gd name="T0" fmla="*/ 156 w 181"/>
                  <a:gd name="T1" fmla="*/ 5 h 126"/>
                  <a:gd name="T2" fmla="*/ 71 w 181"/>
                  <a:gd name="T3" fmla="*/ 88 h 126"/>
                  <a:gd name="T4" fmla="*/ 25 w 181"/>
                  <a:gd name="T5" fmla="*/ 43 h 126"/>
                  <a:gd name="T6" fmla="*/ 23 w 181"/>
                  <a:gd name="T7" fmla="*/ 41 h 126"/>
                  <a:gd name="T8" fmla="*/ 20 w 181"/>
                  <a:gd name="T9" fmla="*/ 40 h 126"/>
                  <a:gd name="T10" fmla="*/ 18 w 181"/>
                  <a:gd name="T11" fmla="*/ 39 h 126"/>
                  <a:gd name="T12" fmla="*/ 15 w 181"/>
                  <a:gd name="T13" fmla="*/ 39 h 126"/>
                  <a:gd name="T14" fmla="*/ 11 w 181"/>
                  <a:gd name="T15" fmla="*/ 39 h 126"/>
                  <a:gd name="T16" fmla="*/ 9 w 181"/>
                  <a:gd name="T17" fmla="*/ 40 h 126"/>
                  <a:gd name="T18" fmla="*/ 6 w 181"/>
                  <a:gd name="T19" fmla="*/ 41 h 126"/>
                  <a:gd name="T20" fmla="*/ 4 w 181"/>
                  <a:gd name="T21" fmla="*/ 43 h 126"/>
                  <a:gd name="T22" fmla="*/ 2 w 181"/>
                  <a:gd name="T23" fmla="*/ 46 h 126"/>
                  <a:gd name="T24" fmla="*/ 1 w 181"/>
                  <a:gd name="T25" fmla="*/ 49 h 126"/>
                  <a:gd name="T26" fmla="*/ 0 w 181"/>
                  <a:gd name="T27" fmla="*/ 51 h 126"/>
                  <a:gd name="T28" fmla="*/ 0 w 181"/>
                  <a:gd name="T29" fmla="*/ 54 h 126"/>
                  <a:gd name="T30" fmla="*/ 0 w 181"/>
                  <a:gd name="T31" fmla="*/ 57 h 126"/>
                  <a:gd name="T32" fmla="*/ 1 w 181"/>
                  <a:gd name="T33" fmla="*/ 60 h 126"/>
                  <a:gd name="T34" fmla="*/ 2 w 181"/>
                  <a:gd name="T35" fmla="*/ 63 h 126"/>
                  <a:gd name="T36" fmla="*/ 4 w 181"/>
                  <a:gd name="T37" fmla="*/ 65 h 126"/>
                  <a:gd name="T38" fmla="*/ 61 w 181"/>
                  <a:gd name="T39" fmla="*/ 122 h 126"/>
                  <a:gd name="T40" fmla="*/ 63 w 181"/>
                  <a:gd name="T41" fmla="*/ 124 h 126"/>
                  <a:gd name="T42" fmla="*/ 66 w 181"/>
                  <a:gd name="T43" fmla="*/ 125 h 126"/>
                  <a:gd name="T44" fmla="*/ 68 w 181"/>
                  <a:gd name="T45" fmla="*/ 126 h 126"/>
                  <a:gd name="T46" fmla="*/ 71 w 181"/>
                  <a:gd name="T47" fmla="*/ 126 h 126"/>
                  <a:gd name="T48" fmla="*/ 74 w 181"/>
                  <a:gd name="T49" fmla="*/ 126 h 126"/>
                  <a:gd name="T50" fmla="*/ 77 w 181"/>
                  <a:gd name="T51" fmla="*/ 125 h 126"/>
                  <a:gd name="T52" fmla="*/ 80 w 181"/>
                  <a:gd name="T53" fmla="*/ 124 h 126"/>
                  <a:gd name="T54" fmla="*/ 82 w 181"/>
                  <a:gd name="T55" fmla="*/ 122 h 126"/>
                  <a:gd name="T56" fmla="*/ 176 w 181"/>
                  <a:gd name="T57" fmla="*/ 27 h 126"/>
                  <a:gd name="T58" fmla="*/ 178 w 181"/>
                  <a:gd name="T59" fmla="*/ 24 h 126"/>
                  <a:gd name="T60" fmla="*/ 180 w 181"/>
                  <a:gd name="T61" fmla="*/ 22 h 126"/>
                  <a:gd name="T62" fmla="*/ 180 w 181"/>
                  <a:gd name="T63" fmla="*/ 19 h 126"/>
                  <a:gd name="T64" fmla="*/ 181 w 181"/>
                  <a:gd name="T65" fmla="*/ 16 h 126"/>
                  <a:gd name="T66" fmla="*/ 180 w 181"/>
                  <a:gd name="T67" fmla="*/ 12 h 126"/>
                  <a:gd name="T68" fmla="*/ 180 w 181"/>
                  <a:gd name="T69" fmla="*/ 10 h 126"/>
                  <a:gd name="T70" fmla="*/ 178 w 181"/>
                  <a:gd name="T71" fmla="*/ 7 h 126"/>
                  <a:gd name="T72" fmla="*/ 176 w 181"/>
                  <a:gd name="T73" fmla="*/ 5 h 126"/>
                  <a:gd name="T74" fmla="*/ 174 w 181"/>
                  <a:gd name="T75" fmla="*/ 3 h 126"/>
                  <a:gd name="T76" fmla="*/ 172 w 181"/>
                  <a:gd name="T77" fmla="*/ 2 h 126"/>
                  <a:gd name="T78" fmla="*/ 169 w 181"/>
                  <a:gd name="T79" fmla="*/ 1 h 126"/>
                  <a:gd name="T80" fmla="*/ 166 w 181"/>
                  <a:gd name="T81" fmla="*/ 0 h 126"/>
                  <a:gd name="T82" fmla="*/ 163 w 181"/>
                  <a:gd name="T83" fmla="*/ 1 h 126"/>
                  <a:gd name="T84" fmla="*/ 160 w 181"/>
                  <a:gd name="T85" fmla="*/ 2 h 126"/>
                  <a:gd name="T86" fmla="*/ 158 w 181"/>
                  <a:gd name="T87" fmla="*/ 3 h 126"/>
                  <a:gd name="T88" fmla="*/ 156 w 181"/>
                  <a:gd name="T89" fmla="*/ 5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81" h="126">
                    <a:moveTo>
                      <a:pt x="156" y="5"/>
                    </a:moveTo>
                    <a:lnTo>
                      <a:pt x="71" y="88"/>
                    </a:lnTo>
                    <a:lnTo>
                      <a:pt x="25" y="43"/>
                    </a:lnTo>
                    <a:lnTo>
                      <a:pt x="23" y="41"/>
                    </a:lnTo>
                    <a:lnTo>
                      <a:pt x="20" y="40"/>
                    </a:lnTo>
                    <a:lnTo>
                      <a:pt x="18" y="39"/>
                    </a:lnTo>
                    <a:lnTo>
                      <a:pt x="15" y="39"/>
                    </a:lnTo>
                    <a:lnTo>
                      <a:pt x="11" y="39"/>
                    </a:lnTo>
                    <a:lnTo>
                      <a:pt x="9" y="40"/>
                    </a:lnTo>
                    <a:lnTo>
                      <a:pt x="6" y="41"/>
                    </a:lnTo>
                    <a:lnTo>
                      <a:pt x="4" y="43"/>
                    </a:lnTo>
                    <a:lnTo>
                      <a:pt x="2" y="46"/>
                    </a:lnTo>
                    <a:lnTo>
                      <a:pt x="1" y="49"/>
                    </a:lnTo>
                    <a:lnTo>
                      <a:pt x="0" y="51"/>
                    </a:lnTo>
                    <a:lnTo>
                      <a:pt x="0" y="54"/>
                    </a:lnTo>
                    <a:lnTo>
                      <a:pt x="0" y="57"/>
                    </a:lnTo>
                    <a:lnTo>
                      <a:pt x="1" y="60"/>
                    </a:lnTo>
                    <a:lnTo>
                      <a:pt x="2" y="63"/>
                    </a:lnTo>
                    <a:lnTo>
                      <a:pt x="4" y="65"/>
                    </a:lnTo>
                    <a:lnTo>
                      <a:pt x="61" y="122"/>
                    </a:lnTo>
                    <a:lnTo>
                      <a:pt x="63" y="124"/>
                    </a:lnTo>
                    <a:lnTo>
                      <a:pt x="66" y="125"/>
                    </a:lnTo>
                    <a:lnTo>
                      <a:pt x="68" y="126"/>
                    </a:lnTo>
                    <a:lnTo>
                      <a:pt x="71" y="126"/>
                    </a:lnTo>
                    <a:lnTo>
                      <a:pt x="74" y="126"/>
                    </a:lnTo>
                    <a:lnTo>
                      <a:pt x="77" y="125"/>
                    </a:lnTo>
                    <a:lnTo>
                      <a:pt x="80" y="124"/>
                    </a:lnTo>
                    <a:lnTo>
                      <a:pt x="82" y="122"/>
                    </a:lnTo>
                    <a:lnTo>
                      <a:pt x="176" y="27"/>
                    </a:lnTo>
                    <a:lnTo>
                      <a:pt x="178" y="24"/>
                    </a:lnTo>
                    <a:lnTo>
                      <a:pt x="180" y="22"/>
                    </a:lnTo>
                    <a:lnTo>
                      <a:pt x="180" y="19"/>
                    </a:lnTo>
                    <a:lnTo>
                      <a:pt x="181" y="16"/>
                    </a:lnTo>
                    <a:lnTo>
                      <a:pt x="180" y="12"/>
                    </a:lnTo>
                    <a:lnTo>
                      <a:pt x="180" y="10"/>
                    </a:lnTo>
                    <a:lnTo>
                      <a:pt x="178" y="7"/>
                    </a:lnTo>
                    <a:lnTo>
                      <a:pt x="176" y="5"/>
                    </a:lnTo>
                    <a:lnTo>
                      <a:pt x="174" y="3"/>
                    </a:lnTo>
                    <a:lnTo>
                      <a:pt x="172" y="2"/>
                    </a:lnTo>
                    <a:lnTo>
                      <a:pt x="169" y="1"/>
                    </a:lnTo>
                    <a:lnTo>
                      <a:pt x="166" y="0"/>
                    </a:lnTo>
                    <a:lnTo>
                      <a:pt x="163" y="1"/>
                    </a:lnTo>
                    <a:lnTo>
                      <a:pt x="160" y="2"/>
                    </a:lnTo>
                    <a:lnTo>
                      <a:pt x="158" y="3"/>
                    </a:lnTo>
                    <a:lnTo>
                      <a:pt x="156" y="5"/>
                    </a:lnTo>
                    <a:close/>
                  </a:path>
                </a:pathLst>
              </a:custGeom>
              <a:solidFill>
                <a:srgbClr val="FCE5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</p:grpSp>
      <p:grpSp>
        <p:nvGrpSpPr>
          <p:cNvPr id="431" name="Group 37">
            <a:extLst>
              <a:ext uri="{FF2B5EF4-FFF2-40B4-BE49-F238E27FC236}">
                <a16:creationId xmlns:a16="http://schemas.microsoft.com/office/drawing/2014/main" id="{3E23C1B4-9851-EDC5-2EE2-F358599342D9}"/>
              </a:ext>
            </a:extLst>
          </p:cNvPr>
          <p:cNvGrpSpPr/>
          <p:nvPr/>
        </p:nvGrpSpPr>
        <p:grpSpPr>
          <a:xfrm>
            <a:off x="1944084" y="4895191"/>
            <a:ext cx="3738890" cy="907702"/>
            <a:chOff x="-117328" y="4383774"/>
            <a:chExt cx="8603778" cy="2038432"/>
          </a:xfrm>
        </p:grpSpPr>
        <p:sp>
          <p:nvSpPr>
            <p:cNvPr id="432" name="Oval 38">
              <a:extLst>
                <a:ext uri="{FF2B5EF4-FFF2-40B4-BE49-F238E27FC236}">
                  <a16:creationId xmlns:a16="http://schemas.microsoft.com/office/drawing/2014/main" id="{C7D2E532-A490-78AC-A2FB-1DB4456FE5B9}"/>
                </a:ext>
              </a:extLst>
            </p:cNvPr>
            <p:cNvSpPr/>
            <p:nvPr/>
          </p:nvSpPr>
          <p:spPr>
            <a:xfrm>
              <a:off x="7030991" y="6143766"/>
              <a:ext cx="1104505" cy="278440"/>
            </a:xfrm>
            <a:prstGeom prst="ellipse">
              <a:avLst/>
            </a:prstGeom>
            <a:gradFill flip="none" rotWithShape="1">
              <a:gsLst>
                <a:gs pos="0">
                  <a:sysClr val="windowText" lastClr="000000">
                    <a:alpha val="27000"/>
                  </a:sysClr>
                </a:gs>
                <a:gs pos="100000">
                  <a:sysClr val="windowText" lastClr="000000">
                    <a:alpha val="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33" name="Teardrop 39">
              <a:extLst>
                <a:ext uri="{FF2B5EF4-FFF2-40B4-BE49-F238E27FC236}">
                  <a16:creationId xmlns:a16="http://schemas.microsoft.com/office/drawing/2014/main" id="{15F68F8E-89B7-4345-8B40-516206E56D0A}"/>
                </a:ext>
              </a:extLst>
            </p:cNvPr>
            <p:cNvSpPr/>
            <p:nvPr/>
          </p:nvSpPr>
          <p:spPr>
            <a:xfrm rot="8100000">
              <a:off x="6920808" y="4383774"/>
              <a:ext cx="1565642" cy="1565638"/>
            </a:xfrm>
            <a:prstGeom prst="teardrop">
              <a:avLst/>
            </a:prstGeom>
            <a:solidFill>
              <a:srgbClr val="00205B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34" name="Oval 40">
              <a:extLst>
                <a:ext uri="{FF2B5EF4-FFF2-40B4-BE49-F238E27FC236}">
                  <a16:creationId xmlns:a16="http://schemas.microsoft.com/office/drawing/2014/main" id="{9500C71D-09FC-D456-AC3F-9F23A2DE7FDF}"/>
                </a:ext>
              </a:extLst>
            </p:cNvPr>
            <p:cNvSpPr/>
            <p:nvPr/>
          </p:nvSpPr>
          <p:spPr>
            <a:xfrm>
              <a:off x="7192690" y="4655657"/>
              <a:ext cx="1021873" cy="1021873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35" name="Content Placeholder 2">
              <a:extLst>
                <a:ext uri="{FF2B5EF4-FFF2-40B4-BE49-F238E27FC236}">
                  <a16:creationId xmlns:a16="http://schemas.microsoft.com/office/drawing/2014/main" id="{8C77DC50-9638-96DB-A4DE-DF49DF229736}"/>
                </a:ext>
              </a:extLst>
            </p:cNvPr>
            <p:cNvSpPr txBox="1">
              <a:spLocks/>
            </p:cNvSpPr>
            <p:nvPr/>
          </p:nvSpPr>
          <p:spPr>
            <a:xfrm>
              <a:off x="-117328" y="4548259"/>
              <a:ext cx="6395122" cy="622058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75000"/>
                    </a:schemeClr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Pentest request</a:t>
              </a:r>
            </a:p>
          </p:txBody>
        </p:sp>
        <p:grpSp>
          <p:nvGrpSpPr>
            <p:cNvPr id="436" name="Group 42">
              <a:extLst>
                <a:ext uri="{FF2B5EF4-FFF2-40B4-BE49-F238E27FC236}">
                  <a16:creationId xmlns:a16="http://schemas.microsoft.com/office/drawing/2014/main" id="{64722E3E-B908-3A69-DAC9-BF996091ED97}"/>
                </a:ext>
              </a:extLst>
            </p:cNvPr>
            <p:cNvGrpSpPr/>
            <p:nvPr/>
          </p:nvGrpSpPr>
          <p:grpSpPr>
            <a:xfrm>
              <a:off x="7485272" y="4948239"/>
              <a:ext cx="436714" cy="436710"/>
              <a:chOff x="11601450" y="3078163"/>
              <a:chExt cx="285751" cy="285751"/>
            </a:xfrm>
            <a:solidFill>
              <a:srgbClr val="00205B"/>
            </a:solidFill>
          </p:grpSpPr>
          <p:sp>
            <p:nvSpPr>
              <p:cNvPr id="437" name="Freeform 266">
                <a:extLst>
                  <a:ext uri="{FF2B5EF4-FFF2-40B4-BE49-F238E27FC236}">
                    <a16:creationId xmlns:a16="http://schemas.microsoft.com/office/drawing/2014/main" id="{9744DDF1-28FC-A27F-7724-D0BE7D3D230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1601450" y="3078163"/>
                <a:ext cx="200025" cy="257175"/>
              </a:xfrm>
              <a:custGeom>
                <a:avLst/>
                <a:gdLst>
                  <a:gd name="T0" fmla="*/ 451 w 630"/>
                  <a:gd name="T1" fmla="*/ 53 h 812"/>
                  <a:gd name="T2" fmla="*/ 579 w 630"/>
                  <a:gd name="T3" fmla="*/ 180 h 812"/>
                  <a:gd name="T4" fmla="*/ 451 w 630"/>
                  <a:gd name="T5" fmla="*/ 180 h 812"/>
                  <a:gd name="T6" fmla="*/ 451 w 630"/>
                  <a:gd name="T7" fmla="*/ 53 h 812"/>
                  <a:gd name="T8" fmla="*/ 600 w 630"/>
                  <a:gd name="T9" fmla="*/ 357 h 812"/>
                  <a:gd name="T10" fmla="*/ 630 w 630"/>
                  <a:gd name="T11" fmla="*/ 357 h 812"/>
                  <a:gd name="T12" fmla="*/ 630 w 630"/>
                  <a:gd name="T13" fmla="*/ 196 h 812"/>
                  <a:gd name="T14" fmla="*/ 630 w 630"/>
                  <a:gd name="T15" fmla="*/ 193 h 812"/>
                  <a:gd name="T16" fmla="*/ 629 w 630"/>
                  <a:gd name="T17" fmla="*/ 191 h 812"/>
                  <a:gd name="T18" fmla="*/ 628 w 630"/>
                  <a:gd name="T19" fmla="*/ 188 h 812"/>
                  <a:gd name="T20" fmla="*/ 626 w 630"/>
                  <a:gd name="T21" fmla="*/ 186 h 812"/>
                  <a:gd name="T22" fmla="*/ 446 w 630"/>
                  <a:gd name="T23" fmla="*/ 5 h 812"/>
                  <a:gd name="T24" fmla="*/ 444 w 630"/>
                  <a:gd name="T25" fmla="*/ 4 h 812"/>
                  <a:gd name="T26" fmla="*/ 441 w 630"/>
                  <a:gd name="T27" fmla="*/ 1 h 812"/>
                  <a:gd name="T28" fmla="*/ 439 w 630"/>
                  <a:gd name="T29" fmla="*/ 1 h 812"/>
                  <a:gd name="T30" fmla="*/ 436 w 630"/>
                  <a:gd name="T31" fmla="*/ 0 h 812"/>
                  <a:gd name="T32" fmla="*/ 15 w 630"/>
                  <a:gd name="T33" fmla="*/ 0 h 812"/>
                  <a:gd name="T34" fmla="*/ 12 w 630"/>
                  <a:gd name="T35" fmla="*/ 0 h 812"/>
                  <a:gd name="T36" fmla="*/ 9 w 630"/>
                  <a:gd name="T37" fmla="*/ 1 h 812"/>
                  <a:gd name="T38" fmla="*/ 6 w 630"/>
                  <a:gd name="T39" fmla="*/ 4 h 812"/>
                  <a:gd name="T40" fmla="*/ 4 w 630"/>
                  <a:gd name="T41" fmla="*/ 5 h 812"/>
                  <a:gd name="T42" fmla="*/ 2 w 630"/>
                  <a:gd name="T43" fmla="*/ 8 h 812"/>
                  <a:gd name="T44" fmla="*/ 1 w 630"/>
                  <a:gd name="T45" fmla="*/ 10 h 812"/>
                  <a:gd name="T46" fmla="*/ 0 w 630"/>
                  <a:gd name="T47" fmla="*/ 12 h 812"/>
                  <a:gd name="T48" fmla="*/ 0 w 630"/>
                  <a:gd name="T49" fmla="*/ 15 h 812"/>
                  <a:gd name="T50" fmla="*/ 0 w 630"/>
                  <a:gd name="T51" fmla="*/ 797 h 812"/>
                  <a:gd name="T52" fmla="*/ 0 w 630"/>
                  <a:gd name="T53" fmla="*/ 800 h 812"/>
                  <a:gd name="T54" fmla="*/ 1 w 630"/>
                  <a:gd name="T55" fmla="*/ 803 h 812"/>
                  <a:gd name="T56" fmla="*/ 2 w 630"/>
                  <a:gd name="T57" fmla="*/ 805 h 812"/>
                  <a:gd name="T58" fmla="*/ 4 w 630"/>
                  <a:gd name="T59" fmla="*/ 807 h 812"/>
                  <a:gd name="T60" fmla="*/ 6 w 630"/>
                  <a:gd name="T61" fmla="*/ 809 h 812"/>
                  <a:gd name="T62" fmla="*/ 9 w 630"/>
                  <a:gd name="T63" fmla="*/ 811 h 812"/>
                  <a:gd name="T64" fmla="*/ 12 w 630"/>
                  <a:gd name="T65" fmla="*/ 812 h 812"/>
                  <a:gd name="T66" fmla="*/ 15 w 630"/>
                  <a:gd name="T67" fmla="*/ 812 h 812"/>
                  <a:gd name="T68" fmla="*/ 394 w 630"/>
                  <a:gd name="T69" fmla="*/ 812 h 812"/>
                  <a:gd name="T70" fmla="*/ 394 w 630"/>
                  <a:gd name="T71" fmla="*/ 782 h 812"/>
                  <a:gd name="T72" fmla="*/ 30 w 630"/>
                  <a:gd name="T73" fmla="*/ 782 h 812"/>
                  <a:gd name="T74" fmla="*/ 30 w 630"/>
                  <a:gd name="T75" fmla="*/ 30 h 812"/>
                  <a:gd name="T76" fmla="*/ 421 w 630"/>
                  <a:gd name="T77" fmla="*/ 30 h 812"/>
                  <a:gd name="T78" fmla="*/ 421 w 630"/>
                  <a:gd name="T79" fmla="*/ 196 h 812"/>
                  <a:gd name="T80" fmla="*/ 421 w 630"/>
                  <a:gd name="T81" fmla="*/ 199 h 812"/>
                  <a:gd name="T82" fmla="*/ 422 w 630"/>
                  <a:gd name="T83" fmla="*/ 202 h 812"/>
                  <a:gd name="T84" fmla="*/ 423 w 630"/>
                  <a:gd name="T85" fmla="*/ 205 h 812"/>
                  <a:gd name="T86" fmla="*/ 425 w 630"/>
                  <a:gd name="T87" fmla="*/ 207 h 812"/>
                  <a:gd name="T88" fmla="*/ 427 w 630"/>
                  <a:gd name="T89" fmla="*/ 208 h 812"/>
                  <a:gd name="T90" fmla="*/ 429 w 630"/>
                  <a:gd name="T91" fmla="*/ 210 h 812"/>
                  <a:gd name="T92" fmla="*/ 432 w 630"/>
                  <a:gd name="T93" fmla="*/ 210 h 812"/>
                  <a:gd name="T94" fmla="*/ 436 w 630"/>
                  <a:gd name="T95" fmla="*/ 211 h 812"/>
                  <a:gd name="T96" fmla="*/ 600 w 630"/>
                  <a:gd name="T97" fmla="*/ 211 h 812"/>
                  <a:gd name="T98" fmla="*/ 600 w 630"/>
                  <a:gd name="T99" fmla="*/ 357 h 8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630" h="812">
                    <a:moveTo>
                      <a:pt x="451" y="53"/>
                    </a:moveTo>
                    <a:lnTo>
                      <a:pt x="579" y="180"/>
                    </a:lnTo>
                    <a:lnTo>
                      <a:pt x="451" y="180"/>
                    </a:lnTo>
                    <a:lnTo>
                      <a:pt x="451" y="53"/>
                    </a:lnTo>
                    <a:close/>
                    <a:moveTo>
                      <a:pt x="600" y="357"/>
                    </a:moveTo>
                    <a:lnTo>
                      <a:pt x="630" y="357"/>
                    </a:lnTo>
                    <a:lnTo>
                      <a:pt x="630" y="196"/>
                    </a:lnTo>
                    <a:lnTo>
                      <a:pt x="630" y="193"/>
                    </a:lnTo>
                    <a:lnTo>
                      <a:pt x="629" y="191"/>
                    </a:lnTo>
                    <a:lnTo>
                      <a:pt x="628" y="188"/>
                    </a:lnTo>
                    <a:lnTo>
                      <a:pt x="626" y="186"/>
                    </a:lnTo>
                    <a:lnTo>
                      <a:pt x="446" y="5"/>
                    </a:lnTo>
                    <a:lnTo>
                      <a:pt x="444" y="4"/>
                    </a:lnTo>
                    <a:lnTo>
                      <a:pt x="441" y="1"/>
                    </a:lnTo>
                    <a:lnTo>
                      <a:pt x="439" y="1"/>
                    </a:lnTo>
                    <a:lnTo>
                      <a:pt x="436" y="0"/>
                    </a:lnTo>
                    <a:lnTo>
                      <a:pt x="15" y="0"/>
                    </a:lnTo>
                    <a:lnTo>
                      <a:pt x="12" y="0"/>
                    </a:lnTo>
                    <a:lnTo>
                      <a:pt x="9" y="1"/>
                    </a:lnTo>
                    <a:lnTo>
                      <a:pt x="6" y="4"/>
                    </a:lnTo>
                    <a:lnTo>
                      <a:pt x="4" y="5"/>
                    </a:lnTo>
                    <a:lnTo>
                      <a:pt x="2" y="8"/>
                    </a:lnTo>
                    <a:lnTo>
                      <a:pt x="1" y="10"/>
                    </a:lnTo>
                    <a:lnTo>
                      <a:pt x="0" y="12"/>
                    </a:lnTo>
                    <a:lnTo>
                      <a:pt x="0" y="15"/>
                    </a:lnTo>
                    <a:lnTo>
                      <a:pt x="0" y="797"/>
                    </a:lnTo>
                    <a:lnTo>
                      <a:pt x="0" y="800"/>
                    </a:lnTo>
                    <a:lnTo>
                      <a:pt x="1" y="803"/>
                    </a:lnTo>
                    <a:lnTo>
                      <a:pt x="2" y="805"/>
                    </a:lnTo>
                    <a:lnTo>
                      <a:pt x="4" y="807"/>
                    </a:lnTo>
                    <a:lnTo>
                      <a:pt x="6" y="809"/>
                    </a:lnTo>
                    <a:lnTo>
                      <a:pt x="9" y="811"/>
                    </a:lnTo>
                    <a:lnTo>
                      <a:pt x="12" y="812"/>
                    </a:lnTo>
                    <a:lnTo>
                      <a:pt x="15" y="812"/>
                    </a:lnTo>
                    <a:lnTo>
                      <a:pt x="394" y="812"/>
                    </a:lnTo>
                    <a:lnTo>
                      <a:pt x="394" y="782"/>
                    </a:lnTo>
                    <a:lnTo>
                      <a:pt x="30" y="782"/>
                    </a:lnTo>
                    <a:lnTo>
                      <a:pt x="30" y="30"/>
                    </a:lnTo>
                    <a:lnTo>
                      <a:pt x="421" y="30"/>
                    </a:lnTo>
                    <a:lnTo>
                      <a:pt x="421" y="196"/>
                    </a:lnTo>
                    <a:lnTo>
                      <a:pt x="421" y="199"/>
                    </a:lnTo>
                    <a:lnTo>
                      <a:pt x="422" y="202"/>
                    </a:lnTo>
                    <a:lnTo>
                      <a:pt x="423" y="205"/>
                    </a:lnTo>
                    <a:lnTo>
                      <a:pt x="425" y="207"/>
                    </a:lnTo>
                    <a:lnTo>
                      <a:pt x="427" y="208"/>
                    </a:lnTo>
                    <a:lnTo>
                      <a:pt x="429" y="210"/>
                    </a:lnTo>
                    <a:lnTo>
                      <a:pt x="432" y="210"/>
                    </a:lnTo>
                    <a:lnTo>
                      <a:pt x="436" y="211"/>
                    </a:lnTo>
                    <a:lnTo>
                      <a:pt x="600" y="211"/>
                    </a:lnTo>
                    <a:lnTo>
                      <a:pt x="600" y="35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38" name="Freeform 267">
                <a:extLst>
                  <a:ext uri="{FF2B5EF4-FFF2-40B4-BE49-F238E27FC236}">
                    <a16:creationId xmlns:a16="http://schemas.microsoft.com/office/drawing/2014/main" id="{2757C345-2CEE-95F9-9EFE-62EF374DA17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1758613" y="3225801"/>
                <a:ext cx="128588" cy="138113"/>
              </a:xfrm>
              <a:custGeom>
                <a:avLst/>
                <a:gdLst>
                  <a:gd name="T0" fmla="*/ 34 w 406"/>
                  <a:gd name="T1" fmla="*/ 138 h 435"/>
                  <a:gd name="T2" fmla="*/ 46 w 406"/>
                  <a:gd name="T3" fmla="*/ 102 h 435"/>
                  <a:gd name="T4" fmla="*/ 70 w 406"/>
                  <a:gd name="T5" fmla="*/ 71 h 435"/>
                  <a:gd name="T6" fmla="*/ 101 w 406"/>
                  <a:gd name="T7" fmla="*/ 47 h 435"/>
                  <a:gd name="T8" fmla="*/ 139 w 406"/>
                  <a:gd name="T9" fmla="*/ 33 h 435"/>
                  <a:gd name="T10" fmla="*/ 179 w 406"/>
                  <a:gd name="T11" fmla="*/ 31 h 435"/>
                  <a:gd name="T12" fmla="*/ 219 w 406"/>
                  <a:gd name="T13" fmla="*/ 41 h 435"/>
                  <a:gd name="T14" fmla="*/ 252 w 406"/>
                  <a:gd name="T15" fmla="*/ 61 h 435"/>
                  <a:gd name="T16" fmla="*/ 278 w 406"/>
                  <a:gd name="T17" fmla="*/ 90 h 435"/>
                  <a:gd name="T18" fmla="*/ 295 w 406"/>
                  <a:gd name="T19" fmla="*/ 125 h 435"/>
                  <a:gd name="T20" fmla="*/ 301 w 406"/>
                  <a:gd name="T21" fmla="*/ 166 h 435"/>
                  <a:gd name="T22" fmla="*/ 295 w 406"/>
                  <a:gd name="T23" fmla="*/ 205 h 435"/>
                  <a:gd name="T24" fmla="*/ 278 w 406"/>
                  <a:gd name="T25" fmla="*/ 241 h 435"/>
                  <a:gd name="T26" fmla="*/ 252 w 406"/>
                  <a:gd name="T27" fmla="*/ 270 h 435"/>
                  <a:gd name="T28" fmla="*/ 219 w 406"/>
                  <a:gd name="T29" fmla="*/ 290 h 435"/>
                  <a:gd name="T30" fmla="*/ 179 w 406"/>
                  <a:gd name="T31" fmla="*/ 300 h 435"/>
                  <a:gd name="T32" fmla="*/ 139 w 406"/>
                  <a:gd name="T33" fmla="*/ 297 h 435"/>
                  <a:gd name="T34" fmla="*/ 101 w 406"/>
                  <a:gd name="T35" fmla="*/ 285 h 435"/>
                  <a:gd name="T36" fmla="*/ 70 w 406"/>
                  <a:gd name="T37" fmla="*/ 261 h 435"/>
                  <a:gd name="T38" fmla="*/ 46 w 406"/>
                  <a:gd name="T39" fmla="*/ 230 h 435"/>
                  <a:gd name="T40" fmla="*/ 34 w 406"/>
                  <a:gd name="T41" fmla="*/ 193 h 435"/>
                  <a:gd name="T42" fmla="*/ 402 w 406"/>
                  <a:gd name="T43" fmla="*/ 410 h 435"/>
                  <a:gd name="T44" fmla="*/ 300 w 406"/>
                  <a:gd name="T45" fmla="*/ 262 h 435"/>
                  <a:gd name="T46" fmla="*/ 323 w 406"/>
                  <a:gd name="T47" fmla="*/ 217 h 435"/>
                  <a:gd name="T48" fmla="*/ 331 w 406"/>
                  <a:gd name="T49" fmla="*/ 166 h 435"/>
                  <a:gd name="T50" fmla="*/ 324 w 406"/>
                  <a:gd name="T51" fmla="*/ 117 h 435"/>
                  <a:gd name="T52" fmla="*/ 302 w 406"/>
                  <a:gd name="T53" fmla="*/ 74 h 435"/>
                  <a:gd name="T54" fmla="*/ 271 w 406"/>
                  <a:gd name="T55" fmla="*/ 38 h 435"/>
                  <a:gd name="T56" fmla="*/ 229 w 406"/>
                  <a:gd name="T57" fmla="*/ 13 h 435"/>
                  <a:gd name="T58" fmla="*/ 182 w 406"/>
                  <a:gd name="T59" fmla="*/ 1 h 435"/>
                  <a:gd name="T60" fmla="*/ 132 w 406"/>
                  <a:gd name="T61" fmla="*/ 3 h 435"/>
                  <a:gd name="T62" fmla="*/ 87 w 406"/>
                  <a:gd name="T63" fmla="*/ 20 h 435"/>
                  <a:gd name="T64" fmla="*/ 49 w 406"/>
                  <a:gd name="T65" fmla="*/ 49 h 435"/>
                  <a:gd name="T66" fmla="*/ 21 w 406"/>
                  <a:gd name="T67" fmla="*/ 87 h 435"/>
                  <a:gd name="T68" fmla="*/ 4 w 406"/>
                  <a:gd name="T69" fmla="*/ 133 h 435"/>
                  <a:gd name="T70" fmla="*/ 2 w 406"/>
                  <a:gd name="T71" fmla="*/ 182 h 435"/>
                  <a:gd name="T72" fmla="*/ 13 w 406"/>
                  <a:gd name="T73" fmla="*/ 230 h 435"/>
                  <a:gd name="T74" fmla="*/ 38 w 406"/>
                  <a:gd name="T75" fmla="*/ 271 h 435"/>
                  <a:gd name="T76" fmla="*/ 73 w 406"/>
                  <a:gd name="T77" fmla="*/ 303 h 435"/>
                  <a:gd name="T78" fmla="*/ 117 w 406"/>
                  <a:gd name="T79" fmla="*/ 323 h 435"/>
                  <a:gd name="T80" fmla="*/ 165 w 406"/>
                  <a:gd name="T81" fmla="*/ 331 h 435"/>
                  <a:gd name="T82" fmla="*/ 202 w 406"/>
                  <a:gd name="T83" fmla="*/ 326 h 435"/>
                  <a:gd name="T84" fmla="*/ 234 w 406"/>
                  <a:gd name="T85" fmla="*/ 316 h 435"/>
                  <a:gd name="T86" fmla="*/ 380 w 406"/>
                  <a:gd name="T87" fmla="*/ 431 h 435"/>
                  <a:gd name="T88" fmla="*/ 388 w 406"/>
                  <a:gd name="T89" fmla="*/ 435 h 435"/>
                  <a:gd name="T90" fmla="*/ 396 w 406"/>
                  <a:gd name="T91" fmla="*/ 434 h 435"/>
                  <a:gd name="T92" fmla="*/ 404 w 406"/>
                  <a:gd name="T93" fmla="*/ 429 h 435"/>
                  <a:gd name="T94" fmla="*/ 406 w 406"/>
                  <a:gd name="T95" fmla="*/ 422 h 435"/>
                  <a:gd name="T96" fmla="*/ 404 w 406"/>
                  <a:gd name="T97" fmla="*/ 413 h 4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406" h="435">
                    <a:moveTo>
                      <a:pt x="30" y="166"/>
                    </a:moveTo>
                    <a:lnTo>
                      <a:pt x="32" y="152"/>
                    </a:lnTo>
                    <a:lnTo>
                      <a:pt x="34" y="138"/>
                    </a:lnTo>
                    <a:lnTo>
                      <a:pt x="37" y="125"/>
                    </a:lnTo>
                    <a:lnTo>
                      <a:pt x="41" y="113"/>
                    </a:lnTo>
                    <a:lnTo>
                      <a:pt x="46" y="102"/>
                    </a:lnTo>
                    <a:lnTo>
                      <a:pt x="54" y="90"/>
                    </a:lnTo>
                    <a:lnTo>
                      <a:pt x="61" y="80"/>
                    </a:lnTo>
                    <a:lnTo>
                      <a:pt x="70" y="71"/>
                    </a:lnTo>
                    <a:lnTo>
                      <a:pt x="80" y="61"/>
                    </a:lnTo>
                    <a:lnTo>
                      <a:pt x="90" y="53"/>
                    </a:lnTo>
                    <a:lnTo>
                      <a:pt x="101" y="47"/>
                    </a:lnTo>
                    <a:lnTo>
                      <a:pt x="113" y="41"/>
                    </a:lnTo>
                    <a:lnTo>
                      <a:pt x="126" y="36"/>
                    </a:lnTo>
                    <a:lnTo>
                      <a:pt x="139" y="33"/>
                    </a:lnTo>
                    <a:lnTo>
                      <a:pt x="152" y="31"/>
                    </a:lnTo>
                    <a:lnTo>
                      <a:pt x="165" y="30"/>
                    </a:lnTo>
                    <a:lnTo>
                      <a:pt x="179" y="31"/>
                    </a:lnTo>
                    <a:lnTo>
                      <a:pt x="193" y="33"/>
                    </a:lnTo>
                    <a:lnTo>
                      <a:pt x="206" y="36"/>
                    </a:lnTo>
                    <a:lnTo>
                      <a:pt x="219" y="41"/>
                    </a:lnTo>
                    <a:lnTo>
                      <a:pt x="231" y="47"/>
                    </a:lnTo>
                    <a:lnTo>
                      <a:pt x="241" y="53"/>
                    </a:lnTo>
                    <a:lnTo>
                      <a:pt x="252" y="61"/>
                    </a:lnTo>
                    <a:lnTo>
                      <a:pt x="262" y="71"/>
                    </a:lnTo>
                    <a:lnTo>
                      <a:pt x="270" y="80"/>
                    </a:lnTo>
                    <a:lnTo>
                      <a:pt x="278" y="90"/>
                    </a:lnTo>
                    <a:lnTo>
                      <a:pt x="284" y="102"/>
                    </a:lnTo>
                    <a:lnTo>
                      <a:pt x="290" y="113"/>
                    </a:lnTo>
                    <a:lnTo>
                      <a:pt x="295" y="125"/>
                    </a:lnTo>
                    <a:lnTo>
                      <a:pt x="298" y="138"/>
                    </a:lnTo>
                    <a:lnTo>
                      <a:pt x="300" y="152"/>
                    </a:lnTo>
                    <a:lnTo>
                      <a:pt x="301" y="166"/>
                    </a:lnTo>
                    <a:lnTo>
                      <a:pt x="300" y="180"/>
                    </a:lnTo>
                    <a:lnTo>
                      <a:pt x="298" y="193"/>
                    </a:lnTo>
                    <a:lnTo>
                      <a:pt x="295" y="205"/>
                    </a:lnTo>
                    <a:lnTo>
                      <a:pt x="290" y="218"/>
                    </a:lnTo>
                    <a:lnTo>
                      <a:pt x="284" y="230"/>
                    </a:lnTo>
                    <a:lnTo>
                      <a:pt x="278" y="241"/>
                    </a:lnTo>
                    <a:lnTo>
                      <a:pt x="270" y="251"/>
                    </a:lnTo>
                    <a:lnTo>
                      <a:pt x="262" y="261"/>
                    </a:lnTo>
                    <a:lnTo>
                      <a:pt x="252" y="270"/>
                    </a:lnTo>
                    <a:lnTo>
                      <a:pt x="241" y="277"/>
                    </a:lnTo>
                    <a:lnTo>
                      <a:pt x="231" y="285"/>
                    </a:lnTo>
                    <a:lnTo>
                      <a:pt x="219" y="290"/>
                    </a:lnTo>
                    <a:lnTo>
                      <a:pt x="206" y="294"/>
                    </a:lnTo>
                    <a:lnTo>
                      <a:pt x="193" y="297"/>
                    </a:lnTo>
                    <a:lnTo>
                      <a:pt x="179" y="300"/>
                    </a:lnTo>
                    <a:lnTo>
                      <a:pt x="165" y="301"/>
                    </a:lnTo>
                    <a:lnTo>
                      <a:pt x="152" y="300"/>
                    </a:lnTo>
                    <a:lnTo>
                      <a:pt x="139" y="297"/>
                    </a:lnTo>
                    <a:lnTo>
                      <a:pt x="126" y="294"/>
                    </a:lnTo>
                    <a:lnTo>
                      <a:pt x="113" y="290"/>
                    </a:lnTo>
                    <a:lnTo>
                      <a:pt x="101" y="285"/>
                    </a:lnTo>
                    <a:lnTo>
                      <a:pt x="90" y="277"/>
                    </a:lnTo>
                    <a:lnTo>
                      <a:pt x="80" y="270"/>
                    </a:lnTo>
                    <a:lnTo>
                      <a:pt x="70" y="261"/>
                    </a:lnTo>
                    <a:lnTo>
                      <a:pt x="61" y="251"/>
                    </a:lnTo>
                    <a:lnTo>
                      <a:pt x="54" y="241"/>
                    </a:lnTo>
                    <a:lnTo>
                      <a:pt x="46" y="230"/>
                    </a:lnTo>
                    <a:lnTo>
                      <a:pt x="41" y="218"/>
                    </a:lnTo>
                    <a:lnTo>
                      <a:pt x="37" y="205"/>
                    </a:lnTo>
                    <a:lnTo>
                      <a:pt x="34" y="193"/>
                    </a:lnTo>
                    <a:lnTo>
                      <a:pt x="32" y="179"/>
                    </a:lnTo>
                    <a:lnTo>
                      <a:pt x="30" y="166"/>
                    </a:lnTo>
                    <a:close/>
                    <a:moveTo>
                      <a:pt x="402" y="410"/>
                    </a:moveTo>
                    <a:lnTo>
                      <a:pt x="278" y="287"/>
                    </a:lnTo>
                    <a:lnTo>
                      <a:pt x="289" y="275"/>
                    </a:lnTo>
                    <a:lnTo>
                      <a:pt x="300" y="262"/>
                    </a:lnTo>
                    <a:lnTo>
                      <a:pt x="309" y="248"/>
                    </a:lnTo>
                    <a:lnTo>
                      <a:pt x="316" y="233"/>
                    </a:lnTo>
                    <a:lnTo>
                      <a:pt x="323" y="217"/>
                    </a:lnTo>
                    <a:lnTo>
                      <a:pt x="327" y="200"/>
                    </a:lnTo>
                    <a:lnTo>
                      <a:pt x="330" y="183"/>
                    </a:lnTo>
                    <a:lnTo>
                      <a:pt x="331" y="166"/>
                    </a:lnTo>
                    <a:lnTo>
                      <a:pt x="330" y="149"/>
                    </a:lnTo>
                    <a:lnTo>
                      <a:pt x="328" y="133"/>
                    </a:lnTo>
                    <a:lnTo>
                      <a:pt x="324" y="117"/>
                    </a:lnTo>
                    <a:lnTo>
                      <a:pt x="318" y="102"/>
                    </a:lnTo>
                    <a:lnTo>
                      <a:pt x="311" y="87"/>
                    </a:lnTo>
                    <a:lnTo>
                      <a:pt x="302" y="74"/>
                    </a:lnTo>
                    <a:lnTo>
                      <a:pt x="294" y="61"/>
                    </a:lnTo>
                    <a:lnTo>
                      <a:pt x="283" y="49"/>
                    </a:lnTo>
                    <a:lnTo>
                      <a:pt x="271" y="38"/>
                    </a:lnTo>
                    <a:lnTo>
                      <a:pt x="258" y="29"/>
                    </a:lnTo>
                    <a:lnTo>
                      <a:pt x="244" y="20"/>
                    </a:lnTo>
                    <a:lnTo>
                      <a:pt x="229" y="13"/>
                    </a:lnTo>
                    <a:lnTo>
                      <a:pt x="214" y="7"/>
                    </a:lnTo>
                    <a:lnTo>
                      <a:pt x="198" y="3"/>
                    </a:lnTo>
                    <a:lnTo>
                      <a:pt x="182" y="1"/>
                    </a:lnTo>
                    <a:lnTo>
                      <a:pt x="165" y="0"/>
                    </a:lnTo>
                    <a:lnTo>
                      <a:pt x="149" y="1"/>
                    </a:lnTo>
                    <a:lnTo>
                      <a:pt x="132" y="3"/>
                    </a:lnTo>
                    <a:lnTo>
                      <a:pt x="117" y="7"/>
                    </a:lnTo>
                    <a:lnTo>
                      <a:pt x="101" y="13"/>
                    </a:lnTo>
                    <a:lnTo>
                      <a:pt x="87" y="20"/>
                    </a:lnTo>
                    <a:lnTo>
                      <a:pt x="73" y="29"/>
                    </a:lnTo>
                    <a:lnTo>
                      <a:pt x="60" y="38"/>
                    </a:lnTo>
                    <a:lnTo>
                      <a:pt x="49" y="49"/>
                    </a:lnTo>
                    <a:lnTo>
                      <a:pt x="38" y="61"/>
                    </a:lnTo>
                    <a:lnTo>
                      <a:pt x="28" y="74"/>
                    </a:lnTo>
                    <a:lnTo>
                      <a:pt x="21" y="87"/>
                    </a:lnTo>
                    <a:lnTo>
                      <a:pt x="13" y="102"/>
                    </a:lnTo>
                    <a:lnTo>
                      <a:pt x="8" y="117"/>
                    </a:lnTo>
                    <a:lnTo>
                      <a:pt x="4" y="133"/>
                    </a:lnTo>
                    <a:lnTo>
                      <a:pt x="2" y="149"/>
                    </a:lnTo>
                    <a:lnTo>
                      <a:pt x="0" y="166"/>
                    </a:lnTo>
                    <a:lnTo>
                      <a:pt x="2" y="182"/>
                    </a:lnTo>
                    <a:lnTo>
                      <a:pt x="4" y="199"/>
                    </a:lnTo>
                    <a:lnTo>
                      <a:pt x="8" y="215"/>
                    </a:lnTo>
                    <a:lnTo>
                      <a:pt x="13" y="230"/>
                    </a:lnTo>
                    <a:lnTo>
                      <a:pt x="21" y="244"/>
                    </a:lnTo>
                    <a:lnTo>
                      <a:pt x="28" y="258"/>
                    </a:lnTo>
                    <a:lnTo>
                      <a:pt x="38" y="271"/>
                    </a:lnTo>
                    <a:lnTo>
                      <a:pt x="49" y="282"/>
                    </a:lnTo>
                    <a:lnTo>
                      <a:pt x="60" y="293"/>
                    </a:lnTo>
                    <a:lnTo>
                      <a:pt x="73" y="303"/>
                    </a:lnTo>
                    <a:lnTo>
                      <a:pt x="87" y="310"/>
                    </a:lnTo>
                    <a:lnTo>
                      <a:pt x="101" y="318"/>
                    </a:lnTo>
                    <a:lnTo>
                      <a:pt x="117" y="323"/>
                    </a:lnTo>
                    <a:lnTo>
                      <a:pt x="132" y="327"/>
                    </a:lnTo>
                    <a:lnTo>
                      <a:pt x="149" y="330"/>
                    </a:lnTo>
                    <a:lnTo>
                      <a:pt x="165" y="331"/>
                    </a:lnTo>
                    <a:lnTo>
                      <a:pt x="178" y="331"/>
                    </a:lnTo>
                    <a:lnTo>
                      <a:pt x="190" y="328"/>
                    </a:lnTo>
                    <a:lnTo>
                      <a:pt x="202" y="326"/>
                    </a:lnTo>
                    <a:lnTo>
                      <a:pt x="212" y="324"/>
                    </a:lnTo>
                    <a:lnTo>
                      <a:pt x="223" y="320"/>
                    </a:lnTo>
                    <a:lnTo>
                      <a:pt x="234" y="316"/>
                    </a:lnTo>
                    <a:lnTo>
                      <a:pt x="244" y="311"/>
                    </a:lnTo>
                    <a:lnTo>
                      <a:pt x="254" y="305"/>
                    </a:lnTo>
                    <a:lnTo>
                      <a:pt x="380" y="431"/>
                    </a:lnTo>
                    <a:lnTo>
                      <a:pt x="382" y="433"/>
                    </a:lnTo>
                    <a:lnTo>
                      <a:pt x="386" y="434"/>
                    </a:lnTo>
                    <a:lnTo>
                      <a:pt x="388" y="435"/>
                    </a:lnTo>
                    <a:lnTo>
                      <a:pt x="391" y="435"/>
                    </a:lnTo>
                    <a:lnTo>
                      <a:pt x="394" y="435"/>
                    </a:lnTo>
                    <a:lnTo>
                      <a:pt x="396" y="434"/>
                    </a:lnTo>
                    <a:lnTo>
                      <a:pt x="400" y="433"/>
                    </a:lnTo>
                    <a:lnTo>
                      <a:pt x="402" y="431"/>
                    </a:lnTo>
                    <a:lnTo>
                      <a:pt x="404" y="429"/>
                    </a:lnTo>
                    <a:lnTo>
                      <a:pt x="405" y="427"/>
                    </a:lnTo>
                    <a:lnTo>
                      <a:pt x="406" y="424"/>
                    </a:lnTo>
                    <a:lnTo>
                      <a:pt x="406" y="422"/>
                    </a:lnTo>
                    <a:lnTo>
                      <a:pt x="406" y="418"/>
                    </a:lnTo>
                    <a:lnTo>
                      <a:pt x="405" y="415"/>
                    </a:lnTo>
                    <a:lnTo>
                      <a:pt x="404" y="413"/>
                    </a:lnTo>
                    <a:lnTo>
                      <a:pt x="402" y="41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</p:grpSp>
      <p:grpSp>
        <p:nvGrpSpPr>
          <p:cNvPr id="439" name="Groupe 438">
            <a:extLst>
              <a:ext uri="{FF2B5EF4-FFF2-40B4-BE49-F238E27FC236}">
                <a16:creationId xmlns:a16="http://schemas.microsoft.com/office/drawing/2014/main" id="{666887B8-3608-3BAA-0ABF-C3B0BDD98E40}"/>
              </a:ext>
            </a:extLst>
          </p:cNvPr>
          <p:cNvGrpSpPr/>
          <p:nvPr/>
        </p:nvGrpSpPr>
        <p:grpSpPr>
          <a:xfrm>
            <a:off x="5746686" y="2658976"/>
            <a:ext cx="3956367" cy="1313136"/>
            <a:chOff x="3426186" y="2038217"/>
            <a:chExt cx="3956367" cy="1313136"/>
          </a:xfrm>
        </p:grpSpPr>
        <p:grpSp>
          <p:nvGrpSpPr>
            <p:cNvPr id="441" name="Group 7">
              <a:extLst>
                <a:ext uri="{FF2B5EF4-FFF2-40B4-BE49-F238E27FC236}">
                  <a16:creationId xmlns:a16="http://schemas.microsoft.com/office/drawing/2014/main" id="{B30DFE61-D995-DA62-A85F-2B48067CBA0D}"/>
                </a:ext>
              </a:extLst>
            </p:cNvPr>
            <p:cNvGrpSpPr/>
            <p:nvPr/>
          </p:nvGrpSpPr>
          <p:grpSpPr>
            <a:xfrm>
              <a:off x="3426186" y="2038217"/>
              <a:ext cx="3956367" cy="1313136"/>
              <a:chOff x="6302477" y="2126008"/>
              <a:chExt cx="3956367" cy="1313137"/>
            </a:xfrm>
          </p:grpSpPr>
          <p:sp>
            <p:nvSpPr>
              <p:cNvPr id="443" name="Oval 8">
                <a:extLst>
                  <a:ext uri="{FF2B5EF4-FFF2-40B4-BE49-F238E27FC236}">
                    <a16:creationId xmlns:a16="http://schemas.microsoft.com/office/drawing/2014/main" id="{6CE6E17F-2C18-B173-FE4E-EEA386FA5A65}"/>
                  </a:ext>
                </a:extLst>
              </p:cNvPr>
              <p:cNvSpPr/>
              <p:nvPr/>
            </p:nvSpPr>
            <p:spPr>
              <a:xfrm>
                <a:off x="6452739" y="3257686"/>
                <a:ext cx="719803" cy="181459"/>
              </a:xfrm>
              <a:prstGeom prst="ellipse">
                <a:avLst/>
              </a:prstGeom>
              <a:gradFill flip="none" rotWithShape="1">
                <a:gsLst>
                  <a:gs pos="0">
                    <a:sysClr val="windowText" lastClr="000000">
                      <a:alpha val="27000"/>
                    </a:sysClr>
                  </a:gs>
                  <a:gs pos="100000">
                    <a:sysClr val="windowText" lastClr="000000">
                      <a:alpha val="0"/>
                    </a:sysClr>
                  </a:gs>
                </a:gsLst>
                <a:path path="shape">
                  <a:fillToRect l="50000" t="50000" r="50000" b="50000"/>
                </a:path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44" name="Teardrop 9">
                <a:extLst>
                  <a:ext uri="{FF2B5EF4-FFF2-40B4-BE49-F238E27FC236}">
                    <a16:creationId xmlns:a16="http://schemas.microsoft.com/office/drawing/2014/main" id="{C08225C3-3250-1D48-55E4-CFD232C89A3A}"/>
                  </a:ext>
                </a:extLst>
              </p:cNvPr>
              <p:cNvSpPr/>
              <p:nvPr/>
            </p:nvSpPr>
            <p:spPr>
              <a:xfrm rot="8100000">
                <a:off x="6302477" y="2126008"/>
                <a:ext cx="1020325" cy="1020323"/>
              </a:xfrm>
              <a:prstGeom prst="teardrop">
                <a:avLst/>
              </a:prstGeom>
              <a:solidFill>
                <a:srgbClr val="FF000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45" name="Oval 10">
                <a:extLst>
                  <a:ext uri="{FF2B5EF4-FFF2-40B4-BE49-F238E27FC236}">
                    <a16:creationId xmlns:a16="http://schemas.microsoft.com/office/drawing/2014/main" id="{DD9EBC30-9AD8-6660-539A-1521C5640EAD}"/>
                  </a:ext>
                </a:extLst>
              </p:cNvPr>
              <p:cNvSpPr/>
              <p:nvPr/>
            </p:nvSpPr>
            <p:spPr>
              <a:xfrm>
                <a:off x="6465008" y="2287887"/>
                <a:ext cx="665953" cy="665951"/>
              </a:xfrm>
              <a:prstGeom prst="ellipse">
                <a:avLst/>
              </a:prstGeom>
              <a:solidFill>
                <a:sysClr val="window" lastClr="FFFFF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46" name="Content Placeholder 2">
                <a:extLst>
                  <a:ext uri="{FF2B5EF4-FFF2-40B4-BE49-F238E27FC236}">
                    <a16:creationId xmlns:a16="http://schemas.microsoft.com/office/drawing/2014/main" id="{BA73BB51-BE71-4E05-EC76-3B098207E2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8645" y="2284471"/>
                <a:ext cx="2680199" cy="714235"/>
              </a:xfrm>
              <a:prstGeom prst="rect">
                <a:avLst/>
              </a:prstGeom>
            </p:spPr>
            <p:txBody>
              <a:bodyPr vert="horz" wrap="square" lIns="0" tIns="0" rIns="0" bIns="0" rtlCol="0" anchor="ctr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/>
                    <a:uLnTx/>
                    <a:uFillTx/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PENTEST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067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Duration is ~1 week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067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Pentest report is sent to project team</a:t>
                </a:r>
                <a:br>
                  <a:rPr kumimoji="0" lang="en-US" sz="1067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</a:br>
                <a:r>
                  <a:rPr kumimoji="0" lang="en-US" sz="1067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Project team can plan Restitution meeting </a:t>
                </a:r>
              </a:p>
            </p:txBody>
          </p:sp>
        </p:grpSp>
        <p:pic>
          <p:nvPicPr>
            <p:cNvPr id="442" name="Picture 8" descr="hacker Icon 2767865">
              <a:extLst>
                <a:ext uri="{FF2B5EF4-FFF2-40B4-BE49-F238E27FC236}">
                  <a16:creationId xmlns:a16="http://schemas.microsoft.com/office/drawing/2014/main" id="{6DCF262F-1C31-651F-289A-7EB337D42F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66010" y="2372404"/>
              <a:ext cx="311366" cy="311366"/>
            </a:xfrm>
            <a:prstGeom prst="rect">
              <a:avLst/>
            </a:prstGeom>
            <a:noFill/>
            <a:effectLst>
              <a:glow rad="88900">
                <a:sysClr val="window" lastClr="FFFFFF"/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5770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9FE62682-5E4B-E286-53A5-1CB07C9AC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B1E96A8E-F0FE-9AF2-E7A7-4C885D22A2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>
                <a:solidFill>
                  <a:schemeClr val="accent2"/>
                </a:solidFill>
              </a:rPr>
              <a:t>Classical timeline</a:t>
            </a:r>
            <a:endParaRPr sz="5400" dirty="0">
              <a:solidFill>
                <a:schemeClr val="accent2"/>
              </a:solidFill>
            </a:endParaRPr>
          </a:p>
        </p:txBody>
      </p:sp>
      <p:pic>
        <p:nvPicPr>
          <p:cNvPr id="2" name="Picture 24">
            <a:extLst>
              <a:ext uri="{FF2B5EF4-FFF2-40B4-BE49-F238E27FC236}">
                <a16:creationId xmlns:a16="http://schemas.microsoft.com/office/drawing/2014/main" id="{7DDC5CD0-5331-809E-EE6D-6979DCAD34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0112" y="5174028"/>
            <a:ext cx="1063503" cy="549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2">
            <a:extLst>
              <a:ext uri="{FF2B5EF4-FFF2-40B4-BE49-F238E27FC236}">
                <a16:creationId xmlns:a16="http://schemas.microsoft.com/office/drawing/2014/main" id="{E9BD3C6A-34F8-8082-E04A-8B730D609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4346" y="5244315"/>
            <a:ext cx="646333" cy="646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le 16">
            <a:extLst>
              <a:ext uri="{FF2B5EF4-FFF2-40B4-BE49-F238E27FC236}">
                <a16:creationId xmlns:a16="http://schemas.microsoft.com/office/drawing/2014/main" id="{ABD1E3AF-0DFC-900D-CF34-3740EE078C75}"/>
              </a:ext>
            </a:extLst>
          </p:cNvPr>
          <p:cNvSpPr/>
          <p:nvPr/>
        </p:nvSpPr>
        <p:spPr>
          <a:xfrm>
            <a:off x="2168414" y="4025682"/>
            <a:ext cx="8468238" cy="5312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Oval 17">
            <a:extLst>
              <a:ext uri="{FF2B5EF4-FFF2-40B4-BE49-F238E27FC236}">
                <a16:creationId xmlns:a16="http://schemas.microsoft.com/office/drawing/2014/main" id="{FA1F5C09-86EE-29F7-AE03-6E377D8973EB}"/>
              </a:ext>
            </a:extLst>
          </p:cNvPr>
          <p:cNvSpPr/>
          <p:nvPr/>
        </p:nvSpPr>
        <p:spPr>
          <a:xfrm>
            <a:off x="1959580" y="3845929"/>
            <a:ext cx="910402" cy="91040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4445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TextBox 18">
            <a:extLst>
              <a:ext uri="{FF2B5EF4-FFF2-40B4-BE49-F238E27FC236}">
                <a16:creationId xmlns:a16="http://schemas.microsoft.com/office/drawing/2014/main" id="{554D683C-27C0-4073-7B41-690C380A5507}"/>
              </a:ext>
            </a:extLst>
          </p:cNvPr>
          <p:cNvSpPr txBox="1"/>
          <p:nvPr/>
        </p:nvSpPr>
        <p:spPr>
          <a:xfrm>
            <a:off x="3768668" y="2595079"/>
            <a:ext cx="155379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Recon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233FF5-6187-526D-683C-1E6DA289AD01}"/>
              </a:ext>
            </a:extLst>
          </p:cNvPr>
          <p:cNvSpPr/>
          <p:nvPr/>
        </p:nvSpPr>
        <p:spPr>
          <a:xfrm>
            <a:off x="3768668" y="2887521"/>
            <a:ext cx="1553792" cy="64633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Identify running services, endpoints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12E32A1A-A119-6EE1-DAC4-85CB85BF9AC7}"/>
              </a:ext>
            </a:extLst>
          </p:cNvPr>
          <p:cNvSpPr txBox="1"/>
          <p:nvPr/>
        </p:nvSpPr>
        <p:spPr>
          <a:xfrm>
            <a:off x="5317929" y="2595079"/>
            <a:ext cx="155379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Enumeration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D52B06-F7E8-A12A-584F-9BCC0A9A26B6}"/>
              </a:ext>
            </a:extLst>
          </p:cNvPr>
          <p:cNvSpPr/>
          <p:nvPr/>
        </p:nvSpPr>
        <p:spPr>
          <a:xfrm>
            <a:off x="5317929" y="2887521"/>
            <a:ext cx="1553792" cy="10772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Understand how the application is working and identify potential vulnerabilities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Box 22">
            <a:extLst>
              <a:ext uri="{FF2B5EF4-FFF2-40B4-BE49-F238E27FC236}">
                <a16:creationId xmlns:a16="http://schemas.microsoft.com/office/drawing/2014/main" id="{BA51207C-67E7-F4A1-95C3-4DBF0BF71F4C}"/>
              </a:ext>
            </a:extLst>
          </p:cNvPr>
          <p:cNvSpPr txBox="1"/>
          <p:nvPr/>
        </p:nvSpPr>
        <p:spPr>
          <a:xfrm>
            <a:off x="7457129" y="2595079"/>
            <a:ext cx="155379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Exploitation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C475BF-6CCA-7767-0386-AC7CA70DDC8D}"/>
              </a:ext>
            </a:extLst>
          </p:cNvPr>
          <p:cNvSpPr/>
          <p:nvPr/>
        </p:nvSpPr>
        <p:spPr>
          <a:xfrm>
            <a:off x="7457129" y="2887521"/>
            <a:ext cx="1553792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Find and validate vulnerabilities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Box 24">
            <a:extLst>
              <a:ext uri="{FF2B5EF4-FFF2-40B4-BE49-F238E27FC236}">
                <a16:creationId xmlns:a16="http://schemas.microsoft.com/office/drawing/2014/main" id="{6D719F1F-F5ED-F104-C666-C6006E3B76EE}"/>
              </a:ext>
            </a:extLst>
          </p:cNvPr>
          <p:cNvSpPr txBox="1"/>
          <p:nvPr/>
        </p:nvSpPr>
        <p:spPr>
          <a:xfrm>
            <a:off x="9409509" y="2595079"/>
            <a:ext cx="155379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Report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B83910-0201-AF74-A39F-88ED2E453BD4}"/>
              </a:ext>
            </a:extLst>
          </p:cNvPr>
          <p:cNvSpPr/>
          <p:nvPr/>
        </p:nvSpPr>
        <p:spPr>
          <a:xfrm>
            <a:off x="9409509" y="2887521"/>
            <a:ext cx="1553792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Document the findings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4" name="Straight Connector 30">
            <a:extLst>
              <a:ext uri="{FF2B5EF4-FFF2-40B4-BE49-F238E27FC236}">
                <a16:creationId xmlns:a16="http://schemas.microsoft.com/office/drawing/2014/main" id="{8A89AA87-2DE9-294C-13B7-9D15D68C9A4E}"/>
              </a:ext>
            </a:extLst>
          </p:cNvPr>
          <p:cNvCxnSpPr>
            <a:cxnSpLocks/>
          </p:cNvCxnSpPr>
          <p:nvPr/>
        </p:nvCxnSpPr>
        <p:spPr>
          <a:xfrm flipH="1">
            <a:off x="2884905" y="4294777"/>
            <a:ext cx="7591221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31">
            <a:extLst>
              <a:ext uri="{FF2B5EF4-FFF2-40B4-BE49-F238E27FC236}">
                <a16:creationId xmlns:a16="http://schemas.microsoft.com/office/drawing/2014/main" id="{5547EFB1-22B3-6132-FA67-F03C406C444F}"/>
              </a:ext>
            </a:extLst>
          </p:cNvPr>
          <p:cNvSpPr/>
          <p:nvPr/>
        </p:nvSpPr>
        <p:spPr>
          <a:xfrm>
            <a:off x="4051914" y="4212440"/>
            <a:ext cx="157711" cy="15771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Oval 32">
            <a:extLst>
              <a:ext uri="{FF2B5EF4-FFF2-40B4-BE49-F238E27FC236}">
                <a16:creationId xmlns:a16="http://schemas.microsoft.com/office/drawing/2014/main" id="{FCF64639-AEF4-A568-F2F2-31DD3CC23738}"/>
              </a:ext>
            </a:extLst>
          </p:cNvPr>
          <p:cNvSpPr/>
          <p:nvPr/>
        </p:nvSpPr>
        <p:spPr>
          <a:xfrm>
            <a:off x="7958404" y="4212440"/>
            <a:ext cx="157711" cy="15771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Oval 33">
            <a:extLst>
              <a:ext uri="{FF2B5EF4-FFF2-40B4-BE49-F238E27FC236}">
                <a16:creationId xmlns:a16="http://schemas.microsoft.com/office/drawing/2014/main" id="{918D33F1-6131-B7BD-4B60-B6E6C5741992}"/>
              </a:ext>
            </a:extLst>
          </p:cNvPr>
          <p:cNvSpPr/>
          <p:nvPr/>
        </p:nvSpPr>
        <p:spPr>
          <a:xfrm>
            <a:off x="9744535" y="4212440"/>
            <a:ext cx="157711" cy="15771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8" name="Group 176">
            <a:extLst>
              <a:ext uri="{FF2B5EF4-FFF2-40B4-BE49-F238E27FC236}">
                <a16:creationId xmlns:a16="http://schemas.microsoft.com/office/drawing/2014/main" id="{C5296E34-669F-B2C5-CC70-CC8806DBE9A1}"/>
              </a:ext>
            </a:extLst>
          </p:cNvPr>
          <p:cNvGrpSpPr/>
          <p:nvPr/>
        </p:nvGrpSpPr>
        <p:grpSpPr>
          <a:xfrm>
            <a:off x="1810794" y="2166753"/>
            <a:ext cx="1866464" cy="1251350"/>
            <a:chOff x="512392" y="1879075"/>
            <a:chExt cx="2988569" cy="2061521"/>
          </a:xfrm>
        </p:grpSpPr>
        <p:sp>
          <p:nvSpPr>
            <p:cNvPr id="19" name="Freeform 80">
              <a:extLst>
                <a:ext uri="{FF2B5EF4-FFF2-40B4-BE49-F238E27FC236}">
                  <a16:creationId xmlns:a16="http://schemas.microsoft.com/office/drawing/2014/main" id="{E2307C32-341A-3208-1584-B5D7444FA02F}"/>
                </a:ext>
              </a:extLst>
            </p:cNvPr>
            <p:cNvSpPr/>
            <p:nvPr/>
          </p:nvSpPr>
          <p:spPr>
            <a:xfrm>
              <a:off x="512392" y="1992763"/>
              <a:ext cx="363674" cy="1947833"/>
            </a:xfrm>
            <a:custGeom>
              <a:avLst/>
              <a:gdLst>
                <a:gd name="connsiteX0" fmla="*/ 363674 w 363674"/>
                <a:gd name="connsiteY0" fmla="*/ 0 h 1947833"/>
                <a:gd name="connsiteX1" fmla="*/ 1139 w 363674"/>
                <a:gd name="connsiteY1" fmla="*/ 1874222 h 1947833"/>
                <a:gd name="connsiteX2" fmla="*/ 61869 w 363674"/>
                <a:gd name="connsiteY2" fmla="*/ 1947833 h 1947833"/>
                <a:gd name="connsiteX3" fmla="*/ 253053 w 363674"/>
                <a:gd name="connsiteY3" fmla="*/ 1947833 h 1947833"/>
                <a:gd name="connsiteX4" fmla="*/ 363674 w 363674"/>
                <a:gd name="connsiteY4" fmla="*/ 0 h 1947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674" h="1947833">
                  <a:moveTo>
                    <a:pt x="363674" y="0"/>
                  </a:moveTo>
                  <a:lnTo>
                    <a:pt x="1139" y="1874222"/>
                  </a:lnTo>
                  <a:cubicBezTo>
                    <a:pt x="-6222" y="1912255"/>
                    <a:pt x="23018" y="1947833"/>
                    <a:pt x="61869" y="1947833"/>
                  </a:cubicBezTo>
                  <a:lnTo>
                    <a:pt x="253053" y="1947833"/>
                  </a:lnTo>
                  <a:lnTo>
                    <a:pt x="363674" y="0"/>
                  </a:lnTo>
                  <a:close/>
                </a:path>
              </a:pathLst>
            </a:custGeom>
            <a:solidFill>
              <a:srgbClr val="F2DB00"/>
            </a:solidFill>
            <a:ln w="20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0" name="Freeform 91">
              <a:extLst>
                <a:ext uri="{FF2B5EF4-FFF2-40B4-BE49-F238E27FC236}">
                  <a16:creationId xmlns:a16="http://schemas.microsoft.com/office/drawing/2014/main" id="{6DD9309B-1C3E-2DB4-6A5E-6A303470DFDE}"/>
                </a:ext>
              </a:extLst>
            </p:cNvPr>
            <p:cNvSpPr/>
            <p:nvPr/>
          </p:nvSpPr>
          <p:spPr>
            <a:xfrm>
              <a:off x="639225" y="1978654"/>
              <a:ext cx="454403" cy="1961942"/>
            </a:xfrm>
            <a:custGeom>
              <a:avLst/>
              <a:gdLst>
                <a:gd name="connsiteX0" fmla="*/ 241135 w 454403"/>
                <a:gd name="connsiteY0" fmla="*/ 6543 h 1961942"/>
                <a:gd name="connsiteX1" fmla="*/ 877 w 454403"/>
                <a:gd name="connsiteY1" fmla="*/ 1846822 h 1961942"/>
                <a:gd name="connsiteX2" fmla="*/ 101888 w 454403"/>
                <a:gd name="connsiteY2" fmla="*/ 1961942 h 1961942"/>
                <a:gd name="connsiteX3" fmla="*/ 454403 w 454403"/>
                <a:gd name="connsiteY3" fmla="*/ 1961942 h 1961942"/>
                <a:gd name="connsiteX4" fmla="*/ 255653 w 454403"/>
                <a:gd name="connsiteY4" fmla="*/ 0 h 1961942"/>
                <a:gd name="connsiteX5" fmla="*/ 241135 w 454403"/>
                <a:gd name="connsiteY5" fmla="*/ 6543 h 1961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4403" h="1961942">
                  <a:moveTo>
                    <a:pt x="241135" y="6543"/>
                  </a:moveTo>
                  <a:lnTo>
                    <a:pt x="877" y="1846822"/>
                  </a:lnTo>
                  <a:cubicBezTo>
                    <a:pt x="-7098" y="1907756"/>
                    <a:pt x="40341" y="1961942"/>
                    <a:pt x="101888" y="1961942"/>
                  </a:cubicBezTo>
                  <a:lnTo>
                    <a:pt x="454403" y="1961942"/>
                  </a:lnTo>
                  <a:lnTo>
                    <a:pt x="255653" y="0"/>
                  </a:lnTo>
                  <a:lnTo>
                    <a:pt x="241135" y="6543"/>
                  </a:lnTo>
                  <a:close/>
                </a:path>
              </a:pathLst>
            </a:custGeom>
            <a:solidFill>
              <a:srgbClr val="78ACEA"/>
            </a:solidFill>
            <a:ln w="20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1" name="Freeform 92">
              <a:extLst>
                <a:ext uri="{FF2B5EF4-FFF2-40B4-BE49-F238E27FC236}">
                  <a16:creationId xmlns:a16="http://schemas.microsoft.com/office/drawing/2014/main" id="{6B935C19-5552-2487-3E82-A28A53C34E62}"/>
                </a:ext>
              </a:extLst>
            </p:cNvPr>
            <p:cNvSpPr/>
            <p:nvPr/>
          </p:nvSpPr>
          <p:spPr>
            <a:xfrm>
              <a:off x="772592" y="1985198"/>
              <a:ext cx="645539" cy="1955194"/>
            </a:xfrm>
            <a:custGeom>
              <a:avLst/>
              <a:gdLst>
                <a:gd name="connsiteX0" fmla="*/ 107769 w 645539"/>
                <a:gd name="connsiteY0" fmla="*/ 0 h 1955194"/>
                <a:gd name="connsiteX1" fmla="*/ 215 w 645539"/>
                <a:gd name="connsiteY1" fmla="*/ 1828420 h 1955194"/>
                <a:gd name="connsiteX2" fmla="*/ 119833 w 645539"/>
                <a:gd name="connsiteY2" fmla="*/ 1955195 h 1955194"/>
                <a:gd name="connsiteX3" fmla="*/ 645539 w 645539"/>
                <a:gd name="connsiteY3" fmla="*/ 1955195 h 1955194"/>
                <a:gd name="connsiteX4" fmla="*/ 107769 w 645539"/>
                <a:gd name="connsiteY4" fmla="*/ 0 h 195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5539" h="1955194">
                  <a:moveTo>
                    <a:pt x="107769" y="0"/>
                  </a:moveTo>
                  <a:lnTo>
                    <a:pt x="215" y="1828420"/>
                  </a:lnTo>
                  <a:cubicBezTo>
                    <a:pt x="-3875" y="1897328"/>
                    <a:pt x="50925" y="1955195"/>
                    <a:pt x="119833" y="1955195"/>
                  </a:cubicBezTo>
                  <a:lnTo>
                    <a:pt x="645539" y="1955195"/>
                  </a:lnTo>
                  <a:lnTo>
                    <a:pt x="107769" y="0"/>
                  </a:lnTo>
                  <a:close/>
                </a:path>
              </a:pathLst>
            </a:custGeom>
            <a:solidFill>
              <a:srgbClr val="699DEE"/>
            </a:solidFill>
            <a:ln w="20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2" name="Freeform 93">
              <a:extLst>
                <a:ext uri="{FF2B5EF4-FFF2-40B4-BE49-F238E27FC236}">
                  <a16:creationId xmlns:a16="http://schemas.microsoft.com/office/drawing/2014/main" id="{AFB962DA-4C0D-3F4D-FADA-E922DF6520ED}"/>
                </a:ext>
              </a:extLst>
            </p:cNvPr>
            <p:cNvSpPr/>
            <p:nvPr/>
          </p:nvSpPr>
          <p:spPr>
            <a:xfrm>
              <a:off x="876476" y="2000124"/>
              <a:ext cx="697670" cy="1940267"/>
            </a:xfrm>
            <a:custGeom>
              <a:avLst/>
              <a:gdLst>
                <a:gd name="connsiteX0" fmla="*/ 0 w 697670"/>
                <a:gd name="connsiteY0" fmla="*/ 0 h 1940267"/>
                <a:gd name="connsiteX1" fmla="*/ 52346 w 697670"/>
                <a:gd name="connsiteY1" fmla="*/ 1813493 h 1940267"/>
                <a:gd name="connsiteX2" fmla="*/ 171964 w 697670"/>
                <a:gd name="connsiteY2" fmla="*/ 1940268 h 1940267"/>
                <a:gd name="connsiteX3" fmla="*/ 697670 w 697670"/>
                <a:gd name="connsiteY3" fmla="*/ 1940268 h 1940267"/>
                <a:gd name="connsiteX4" fmla="*/ 0 w 697670"/>
                <a:gd name="connsiteY4" fmla="*/ 0 h 19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670" h="1940267">
                  <a:moveTo>
                    <a:pt x="0" y="0"/>
                  </a:moveTo>
                  <a:lnTo>
                    <a:pt x="52346" y="1813493"/>
                  </a:lnTo>
                  <a:cubicBezTo>
                    <a:pt x="48256" y="1882401"/>
                    <a:pt x="103056" y="1940268"/>
                    <a:pt x="171964" y="1940268"/>
                  </a:cubicBezTo>
                  <a:lnTo>
                    <a:pt x="697670" y="19402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88D8"/>
            </a:solidFill>
            <a:ln w="20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" name="Freeform 94">
              <a:extLst>
                <a:ext uri="{FF2B5EF4-FFF2-40B4-BE49-F238E27FC236}">
                  <a16:creationId xmlns:a16="http://schemas.microsoft.com/office/drawing/2014/main" id="{29A4052C-EF58-5D4B-169E-7608039109D4}"/>
                </a:ext>
              </a:extLst>
            </p:cNvPr>
            <p:cNvSpPr/>
            <p:nvPr/>
          </p:nvSpPr>
          <p:spPr>
            <a:xfrm>
              <a:off x="897670" y="1977223"/>
              <a:ext cx="2603291" cy="1963373"/>
            </a:xfrm>
            <a:custGeom>
              <a:avLst/>
              <a:gdLst>
                <a:gd name="connsiteX0" fmla="*/ 2495899 w 2603291"/>
                <a:gd name="connsiteY0" fmla="*/ 1963374 h 1963373"/>
                <a:gd name="connsiteX1" fmla="*/ 422926 w 2603291"/>
                <a:gd name="connsiteY1" fmla="*/ 1963374 h 1963373"/>
                <a:gd name="connsiteX2" fmla="*/ 317417 w 2603291"/>
                <a:gd name="connsiteY2" fmla="*/ 1875449 h 1963373"/>
                <a:gd name="connsiteX3" fmla="*/ 2116 w 2603291"/>
                <a:gd name="connsiteY3" fmla="*/ 150494 h 1963373"/>
                <a:gd name="connsiteX4" fmla="*/ 127664 w 2603291"/>
                <a:gd name="connsiteY4" fmla="*/ 0 h 1963373"/>
                <a:gd name="connsiteX5" fmla="*/ 2176303 w 2603291"/>
                <a:gd name="connsiteY5" fmla="*/ 0 h 1963373"/>
                <a:gd name="connsiteX6" fmla="*/ 2281813 w 2603291"/>
                <a:gd name="connsiteY6" fmla="*/ 87924 h 1963373"/>
                <a:gd name="connsiteX7" fmla="*/ 2601612 w 2603291"/>
                <a:gd name="connsiteY7" fmla="*/ 1837008 h 1963373"/>
                <a:gd name="connsiteX8" fmla="*/ 2495899 w 2603291"/>
                <a:gd name="connsiteY8" fmla="*/ 1963374 h 1963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03291" h="1963373">
                  <a:moveTo>
                    <a:pt x="2495899" y="1963374"/>
                  </a:moveTo>
                  <a:lnTo>
                    <a:pt x="422926" y="1963374"/>
                  </a:lnTo>
                  <a:cubicBezTo>
                    <a:pt x="371194" y="1963374"/>
                    <a:pt x="326823" y="1926364"/>
                    <a:pt x="317417" y="1875449"/>
                  </a:cubicBezTo>
                  <a:lnTo>
                    <a:pt x="2116" y="150494"/>
                  </a:lnTo>
                  <a:cubicBezTo>
                    <a:pt x="-12197" y="72180"/>
                    <a:pt x="47918" y="0"/>
                    <a:pt x="127664" y="0"/>
                  </a:cubicBezTo>
                  <a:lnTo>
                    <a:pt x="2176303" y="0"/>
                  </a:lnTo>
                  <a:cubicBezTo>
                    <a:pt x="2228036" y="0"/>
                    <a:pt x="2272407" y="37010"/>
                    <a:pt x="2281813" y="87924"/>
                  </a:cubicBezTo>
                  <a:lnTo>
                    <a:pt x="2601612" y="1837008"/>
                  </a:lnTo>
                  <a:cubicBezTo>
                    <a:pt x="2613267" y="1902644"/>
                    <a:pt x="2562762" y="1963374"/>
                    <a:pt x="2495899" y="1963374"/>
                  </a:cubicBezTo>
                  <a:close/>
                </a:path>
              </a:pathLst>
            </a:custGeom>
            <a:solidFill>
              <a:srgbClr val="EFF6FF"/>
            </a:solidFill>
            <a:ln w="20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" name="Freeform 95">
              <a:extLst>
                <a:ext uri="{FF2B5EF4-FFF2-40B4-BE49-F238E27FC236}">
                  <a16:creationId xmlns:a16="http://schemas.microsoft.com/office/drawing/2014/main" id="{4010E51E-CF49-8B9B-2478-4EA9F6868A5D}"/>
                </a:ext>
              </a:extLst>
            </p:cNvPr>
            <p:cNvSpPr/>
            <p:nvPr/>
          </p:nvSpPr>
          <p:spPr>
            <a:xfrm>
              <a:off x="876136" y="1977019"/>
              <a:ext cx="2356714" cy="374599"/>
            </a:xfrm>
            <a:custGeom>
              <a:avLst/>
              <a:gdLst>
                <a:gd name="connsiteX0" fmla="*/ 64545 w 2356714"/>
                <a:gd name="connsiteY0" fmla="*/ 374599 h 374599"/>
                <a:gd name="connsiteX1" fmla="*/ 2356715 w 2356714"/>
                <a:gd name="connsiteY1" fmla="*/ 374599 h 374599"/>
                <a:gd name="connsiteX2" fmla="*/ 2298031 w 2356714"/>
                <a:gd name="connsiteY2" fmla="*/ 48870 h 374599"/>
                <a:gd name="connsiteX3" fmla="*/ 2239551 w 2356714"/>
                <a:gd name="connsiteY3" fmla="*/ 0 h 374599"/>
                <a:gd name="connsiteX4" fmla="*/ 19356 w 2356714"/>
                <a:gd name="connsiteY4" fmla="*/ 0 h 374599"/>
                <a:gd name="connsiteX5" fmla="*/ 340 w 2356714"/>
                <a:gd name="connsiteY5" fmla="*/ 22901 h 374599"/>
                <a:gd name="connsiteX6" fmla="*/ 64545 w 2356714"/>
                <a:gd name="connsiteY6" fmla="*/ 374599 h 374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56714" h="374599">
                  <a:moveTo>
                    <a:pt x="64545" y="374599"/>
                  </a:moveTo>
                  <a:lnTo>
                    <a:pt x="2356715" y="374599"/>
                  </a:lnTo>
                  <a:lnTo>
                    <a:pt x="2298031" y="48870"/>
                  </a:lnTo>
                  <a:cubicBezTo>
                    <a:pt x="2292919" y="20652"/>
                    <a:pt x="2268382" y="0"/>
                    <a:pt x="2239551" y="0"/>
                  </a:cubicBezTo>
                  <a:lnTo>
                    <a:pt x="19356" y="0"/>
                  </a:lnTo>
                  <a:cubicBezTo>
                    <a:pt x="7292" y="0"/>
                    <a:pt x="-1909" y="11042"/>
                    <a:pt x="340" y="22901"/>
                  </a:cubicBezTo>
                  <a:lnTo>
                    <a:pt x="64545" y="374599"/>
                  </a:lnTo>
                  <a:close/>
                </a:path>
              </a:pathLst>
            </a:custGeom>
            <a:solidFill>
              <a:schemeClr val="accent1"/>
            </a:solidFill>
            <a:ln w="20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25" name="Graphic 15">
              <a:extLst>
                <a:ext uri="{FF2B5EF4-FFF2-40B4-BE49-F238E27FC236}">
                  <a16:creationId xmlns:a16="http://schemas.microsoft.com/office/drawing/2014/main" id="{A0A2F3AD-675E-D6C4-8615-936E94DF4E20}"/>
                </a:ext>
              </a:extLst>
            </p:cNvPr>
            <p:cNvGrpSpPr/>
            <p:nvPr/>
          </p:nvGrpSpPr>
          <p:grpSpPr>
            <a:xfrm>
              <a:off x="894879" y="1879075"/>
              <a:ext cx="2336745" cy="209996"/>
              <a:chOff x="865359" y="2425423"/>
              <a:chExt cx="2336745" cy="209996"/>
            </a:xfrm>
            <a:solidFill>
              <a:srgbClr val="78ACEA"/>
            </a:solidFill>
          </p:grpSpPr>
          <p:grpSp>
            <p:nvGrpSpPr>
              <p:cNvPr id="389" name="Graphic 15">
                <a:extLst>
                  <a:ext uri="{FF2B5EF4-FFF2-40B4-BE49-F238E27FC236}">
                    <a16:creationId xmlns:a16="http://schemas.microsoft.com/office/drawing/2014/main" id="{E125AEA3-258F-EE8E-7F95-ACE8A2CEEF29}"/>
                  </a:ext>
                </a:extLst>
              </p:cNvPr>
              <p:cNvGrpSpPr/>
              <p:nvPr/>
            </p:nvGrpSpPr>
            <p:grpSpPr>
              <a:xfrm>
                <a:off x="865359" y="2425423"/>
                <a:ext cx="198750" cy="209996"/>
                <a:chOff x="865359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409" name="Freeform 98">
                  <a:extLst>
                    <a:ext uri="{FF2B5EF4-FFF2-40B4-BE49-F238E27FC236}">
                      <a16:creationId xmlns:a16="http://schemas.microsoft.com/office/drawing/2014/main" id="{A4DDAF8A-5376-05D9-3F09-E1C6D8E678EE}"/>
                    </a:ext>
                  </a:extLst>
                </p:cNvPr>
                <p:cNvSpPr/>
                <p:nvPr/>
              </p:nvSpPr>
              <p:spPr>
                <a:xfrm>
                  <a:off x="865359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9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6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3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8800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0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9" y="124730"/>
                      </a:cubicBezTo>
                      <a:cubicBezTo>
                        <a:pt x="197523" y="116551"/>
                        <a:pt x="198750" y="108168"/>
                        <a:pt x="198750" y="99375"/>
                      </a:cubicBezTo>
                      <a:cubicBezTo>
                        <a:pt x="198955" y="44576"/>
                        <a:pt x="154175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10" name="Freeform 99">
                  <a:extLst>
                    <a:ext uri="{FF2B5EF4-FFF2-40B4-BE49-F238E27FC236}">
                      <a16:creationId xmlns:a16="http://schemas.microsoft.com/office/drawing/2014/main" id="{35828D8B-57F8-3E4F-4BAD-AD89E6A3ACA7}"/>
                    </a:ext>
                  </a:extLst>
                </p:cNvPr>
                <p:cNvSpPr/>
                <p:nvPr/>
              </p:nvSpPr>
              <p:spPr>
                <a:xfrm>
                  <a:off x="952670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0" name="Graphic 15">
                <a:extLst>
                  <a:ext uri="{FF2B5EF4-FFF2-40B4-BE49-F238E27FC236}">
                    <a16:creationId xmlns:a16="http://schemas.microsoft.com/office/drawing/2014/main" id="{31120E9D-B880-950B-AD6B-E05A51F0D4F3}"/>
                  </a:ext>
                </a:extLst>
              </p:cNvPr>
              <p:cNvGrpSpPr/>
              <p:nvPr/>
            </p:nvGrpSpPr>
            <p:grpSpPr>
              <a:xfrm>
                <a:off x="1221759" y="2425423"/>
                <a:ext cx="198750" cy="209996"/>
                <a:chOff x="1221759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407" name="Freeform 101">
                  <a:extLst>
                    <a:ext uri="{FF2B5EF4-FFF2-40B4-BE49-F238E27FC236}">
                      <a16:creationId xmlns:a16="http://schemas.microsoft.com/office/drawing/2014/main" id="{623B932C-8B0B-744C-FCCC-E483F2EAC695}"/>
                    </a:ext>
                  </a:extLst>
                </p:cNvPr>
                <p:cNvSpPr/>
                <p:nvPr/>
              </p:nvSpPr>
              <p:spPr>
                <a:xfrm>
                  <a:off x="1221759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8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5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2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8800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0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8" y="124730"/>
                      </a:cubicBezTo>
                      <a:cubicBezTo>
                        <a:pt x="197523" y="116551"/>
                        <a:pt x="198750" y="108168"/>
                        <a:pt x="198750" y="99375"/>
                      </a:cubicBezTo>
                      <a:cubicBezTo>
                        <a:pt x="198750" y="44576"/>
                        <a:pt x="154175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8" name="Freeform 102">
                  <a:extLst>
                    <a:ext uri="{FF2B5EF4-FFF2-40B4-BE49-F238E27FC236}">
                      <a16:creationId xmlns:a16="http://schemas.microsoft.com/office/drawing/2014/main" id="{4D3752F8-DCAF-D9C4-7286-531ADE4D0124}"/>
                    </a:ext>
                  </a:extLst>
                </p:cNvPr>
                <p:cNvSpPr/>
                <p:nvPr/>
              </p:nvSpPr>
              <p:spPr>
                <a:xfrm>
                  <a:off x="1308866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1" name="Graphic 15">
                <a:extLst>
                  <a:ext uri="{FF2B5EF4-FFF2-40B4-BE49-F238E27FC236}">
                    <a16:creationId xmlns:a16="http://schemas.microsoft.com/office/drawing/2014/main" id="{570CD49A-F288-977A-BCE6-38A3C46A5567}"/>
                  </a:ext>
                </a:extLst>
              </p:cNvPr>
              <p:cNvGrpSpPr/>
              <p:nvPr/>
            </p:nvGrpSpPr>
            <p:grpSpPr>
              <a:xfrm>
                <a:off x="1578160" y="2425423"/>
                <a:ext cx="198750" cy="209996"/>
                <a:chOff x="1578160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404" name="Freeform 104">
                  <a:extLst>
                    <a:ext uri="{FF2B5EF4-FFF2-40B4-BE49-F238E27FC236}">
                      <a16:creationId xmlns:a16="http://schemas.microsoft.com/office/drawing/2014/main" id="{653D34A4-3052-2891-1643-9823446E49AA}"/>
                    </a:ext>
                  </a:extLst>
                </p:cNvPr>
                <p:cNvSpPr/>
                <p:nvPr/>
              </p:nvSpPr>
              <p:spPr>
                <a:xfrm>
                  <a:off x="1578160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9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6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3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8800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1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9" y="124730"/>
                      </a:cubicBezTo>
                      <a:cubicBezTo>
                        <a:pt x="197523" y="116551"/>
                        <a:pt x="198750" y="108168"/>
                        <a:pt x="198750" y="99375"/>
                      </a:cubicBezTo>
                      <a:cubicBezTo>
                        <a:pt x="198750" y="44576"/>
                        <a:pt x="153970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5" name="Freeform 105">
                  <a:extLst>
                    <a:ext uri="{FF2B5EF4-FFF2-40B4-BE49-F238E27FC236}">
                      <a16:creationId xmlns:a16="http://schemas.microsoft.com/office/drawing/2014/main" id="{8F5B4D99-0054-34AB-C917-751F82609650}"/>
                    </a:ext>
                  </a:extLst>
                </p:cNvPr>
                <p:cNvSpPr/>
                <p:nvPr/>
              </p:nvSpPr>
              <p:spPr>
                <a:xfrm>
                  <a:off x="1665267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2" name="Graphic 15">
                <a:extLst>
                  <a:ext uri="{FF2B5EF4-FFF2-40B4-BE49-F238E27FC236}">
                    <a16:creationId xmlns:a16="http://schemas.microsoft.com/office/drawing/2014/main" id="{E78E8A89-FE3A-525B-761A-22E52530ECC2}"/>
                  </a:ext>
                </a:extLst>
              </p:cNvPr>
              <p:cNvGrpSpPr/>
              <p:nvPr/>
            </p:nvGrpSpPr>
            <p:grpSpPr>
              <a:xfrm>
                <a:off x="1934356" y="2425423"/>
                <a:ext cx="198750" cy="209996"/>
                <a:chOff x="1934356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402" name="Freeform 107">
                  <a:extLst>
                    <a:ext uri="{FF2B5EF4-FFF2-40B4-BE49-F238E27FC236}">
                      <a16:creationId xmlns:a16="http://schemas.microsoft.com/office/drawing/2014/main" id="{3E9F088F-33D6-6308-5869-B78AE65F86EA}"/>
                    </a:ext>
                  </a:extLst>
                </p:cNvPr>
                <p:cNvSpPr/>
                <p:nvPr/>
              </p:nvSpPr>
              <p:spPr>
                <a:xfrm>
                  <a:off x="1934356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8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5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2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8800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0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8" y="124730"/>
                      </a:cubicBezTo>
                      <a:cubicBezTo>
                        <a:pt x="197523" y="116551"/>
                        <a:pt x="198750" y="108168"/>
                        <a:pt x="198750" y="99375"/>
                      </a:cubicBezTo>
                      <a:cubicBezTo>
                        <a:pt x="198750" y="44576"/>
                        <a:pt x="154175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3" name="Freeform 108">
                  <a:extLst>
                    <a:ext uri="{FF2B5EF4-FFF2-40B4-BE49-F238E27FC236}">
                      <a16:creationId xmlns:a16="http://schemas.microsoft.com/office/drawing/2014/main" id="{F52B13E2-FADE-1286-CA8A-C7E13DB2B7B6}"/>
                    </a:ext>
                  </a:extLst>
                </p:cNvPr>
                <p:cNvSpPr/>
                <p:nvPr/>
              </p:nvSpPr>
              <p:spPr>
                <a:xfrm>
                  <a:off x="2021463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3" name="Graphic 15">
                <a:extLst>
                  <a:ext uri="{FF2B5EF4-FFF2-40B4-BE49-F238E27FC236}">
                    <a16:creationId xmlns:a16="http://schemas.microsoft.com/office/drawing/2014/main" id="{6201AF16-3543-6EFD-F6C2-1D20F920E617}"/>
                  </a:ext>
                </a:extLst>
              </p:cNvPr>
              <p:cNvGrpSpPr/>
              <p:nvPr/>
            </p:nvGrpSpPr>
            <p:grpSpPr>
              <a:xfrm>
                <a:off x="2290757" y="2425423"/>
                <a:ext cx="198750" cy="209996"/>
                <a:chOff x="2290757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400" name="Freeform 110">
                  <a:extLst>
                    <a:ext uri="{FF2B5EF4-FFF2-40B4-BE49-F238E27FC236}">
                      <a16:creationId xmlns:a16="http://schemas.microsoft.com/office/drawing/2014/main" id="{4C9BDC11-FE5E-8570-A705-A73989B245D9}"/>
                    </a:ext>
                  </a:extLst>
                </p:cNvPr>
                <p:cNvSpPr/>
                <p:nvPr/>
              </p:nvSpPr>
              <p:spPr>
                <a:xfrm>
                  <a:off x="2290757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9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6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3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9005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1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9" y="124730"/>
                      </a:cubicBezTo>
                      <a:cubicBezTo>
                        <a:pt x="197728" y="116551"/>
                        <a:pt x="198750" y="108168"/>
                        <a:pt x="198750" y="99375"/>
                      </a:cubicBezTo>
                      <a:cubicBezTo>
                        <a:pt x="198750" y="44576"/>
                        <a:pt x="154175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1" name="Freeform 111">
                  <a:extLst>
                    <a:ext uri="{FF2B5EF4-FFF2-40B4-BE49-F238E27FC236}">
                      <a16:creationId xmlns:a16="http://schemas.microsoft.com/office/drawing/2014/main" id="{6EAA2ACC-0417-5535-E397-2914EF79C08A}"/>
                    </a:ext>
                  </a:extLst>
                </p:cNvPr>
                <p:cNvSpPr/>
                <p:nvPr/>
              </p:nvSpPr>
              <p:spPr>
                <a:xfrm>
                  <a:off x="2377864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4" name="Graphic 15">
                <a:extLst>
                  <a:ext uri="{FF2B5EF4-FFF2-40B4-BE49-F238E27FC236}">
                    <a16:creationId xmlns:a16="http://schemas.microsoft.com/office/drawing/2014/main" id="{26949CD6-FE7D-3793-E7CC-D86D65167602}"/>
                  </a:ext>
                </a:extLst>
              </p:cNvPr>
              <p:cNvGrpSpPr/>
              <p:nvPr/>
            </p:nvGrpSpPr>
            <p:grpSpPr>
              <a:xfrm>
                <a:off x="2646953" y="2425423"/>
                <a:ext cx="198750" cy="209996"/>
                <a:chOff x="2646953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398" name="Freeform 113">
                  <a:extLst>
                    <a:ext uri="{FF2B5EF4-FFF2-40B4-BE49-F238E27FC236}">
                      <a16:creationId xmlns:a16="http://schemas.microsoft.com/office/drawing/2014/main" id="{7A57A965-45DD-84A4-E8FF-4223399327EB}"/>
                    </a:ext>
                  </a:extLst>
                </p:cNvPr>
                <p:cNvSpPr/>
                <p:nvPr/>
              </p:nvSpPr>
              <p:spPr>
                <a:xfrm>
                  <a:off x="2646953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8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5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2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9005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0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8" y="124730"/>
                      </a:cubicBezTo>
                      <a:cubicBezTo>
                        <a:pt x="197523" y="116551"/>
                        <a:pt x="198750" y="108168"/>
                        <a:pt x="198750" y="99375"/>
                      </a:cubicBezTo>
                      <a:cubicBezTo>
                        <a:pt x="198750" y="44576"/>
                        <a:pt x="154175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99" name="Freeform 114">
                  <a:extLst>
                    <a:ext uri="{FF2B5EF4-FFF2-40B4-BE49-F238E27FC236}">
                      <a16:creationId xmlns:a16="http://schemas.microsoft.com/office/drawing/2014/main" id="{1F5259AB-759D-38E4-D96C-846128772DF2}"/>
                    </a:ext>
                  </a:extLst>
                </p:cNvPr>
                <p:cNvSpPr/>
                <p:nvPr/>
              </p:nvSpPr>
              <p:spPr>
                <a:xfrm>
                  <a:off x="2734060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5" name="Graphic 15">
                <a:extLst>
                  <a:ext uri="{FF2B5EF4-FFF2-40B4-BE49-F238E27FC236}">
                    <a16:creationId xmlns:a16="http://schemas.microsoft.com/office/drawing/2014/main" id="{9FB097DA-384C-DDB2-0399-B77B40BE97F1}"/>
                  </a:ext>
                </a:extLst>
              </p:cNvPr>
              <p:cNvGrpSpPr/>
              <p:nvPr/>
            </p:nvGrpSpPr>
            <p:grpSpPr>
              <a:xfrm>
                <a:off x="3003354" y="2425423"/>
                <a:ext cx="198750" cy="209996"/>
                <a:chOff x="3003354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396" name="Freeform 116">
                  <a:extLst>
                    <a:ext uri="{FF2B5EF4-FFF2-40B4-BE49-F238E27FC236}">
                      <a16:creationId xmlns:a16="http://schemas.microsoft.com/office/drawing/2014/main" id="{32CAB2B7-953F-B528-DD32-33B784ED1788}"/>
                    </a:ext>
                  </a:extLst>
                </p:cNvPr>
                <p:cNvSpPr/>
                <p:nvPr/>
              </p:nvSpPr>
              <p:spPr>
                <a:xfrm>
                  <a:off x="3003354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9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6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3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8800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1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9" y="124730"/>
                      </a:cubicBezTo>
                      <a:cubicBezTo>
                        <a:pt x="197523" y="116551"/>
                        <a:pt x="198750" y="108168"/>
                        <a:pt x="198750" y="99375"/>
                      </a:cubicBezTo>
                      <a:cubicBezTo>
                        <a:pt x="198750" y="44576"/>
                        <a:pt x="154175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97" name="Freeform 117">
                  <a:extLst>
                    <a:ext uri="{FF2B5EF4-FFF2-40B4-BE49-F238E27FC236}">
                      <a16:creationId xmlns:a16="http://schemas.microsoft.com/office/drawing/2014/main" id="{0186176C-131A-8923-1AB0-450073643918}"/>
                    </a:ext>
                  </a:extLst>
                </p:cNvPr>
                <p:cNvSpPr/>
                <p:nvPr/>
              </p:nvSpPr>
              <p:spPr>
                <a:xfrm>
                  <a:off x="3090460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6" name="Graphic 15">
              <a:extLst>
                <a:ext uri="{FF2B5EF4-FFF2-40B4-BE49-F238E27FC236}">
                  <a16:creationId xmlns:a16="http://schemas.microsoft.com/office/drawing/2014/main" id="{0F6570EE-F61B-9EE9-C4ED-381E38CB90AB}"/>
                </a:ext>
              </a:extLst>
            </p:cNvPr>
            <p:cNvGrpSpPr/>
            <p:nvPr/>
          </p:nvGrpSpPr>
          <p:grpSpPr>
            <a:xfrm>
              <a:off x="1189971" y="2544847"/>
              <a:ext cx="2076620" cy="1203747"/>
              <a:chOff x="1160451" y="3091195"/>
              <a:chExt cx="2076620" cy="1203747"/>
            </a:xfrm>
          </p:grpSpPr>
          <p:sp>
            <p:nvSpPr>
              <p:cNvPr id="35" name="Freeform 119">
                <a:extLst>
                  <a:ext uri="{FF2B5EF4-FFF2-40B4-BE49-F238E27FC236}">
                    <a16:creationId xmlns:a16="http://schemas.microsoft.com/office/drawing/2014/main" id="{E11D4782-6613-9084-E47F-418D985D9087}"/>
                  </a:ext>
                </a:extLst>
              </p:cNvPr>
              <p:cNvSpPr/>
              <p:nvPr/>
            </p:nvSpPr>
            <p:spPr>
              <a:xfrm>
                <a:off x="2069048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6" name="Freeform 120">
                <a:extLst>
                  <a:ext uri="{FF2B5EF4-FFF2-40B4-BE49-F238E27FC236}">
                    <a16:creationId xmlns:a16="http://schemas.microsoft.com/office/drawing/2014/main" id="{100BDECC-152E-4BCD-F7CC-CB122553835B}"/>
                  </a:ext>
                </a:extLst>
              </p:cNvPr>
              <p:cNvSpPr/>
              <p:nvPr/>
            </p:nvSpPr>
            <p:spPr>
              <a:xfrm>
                <a:off x="2361448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7" name="Freeform 121">
                <a:extLst>
                  <a:ext uri="{FF2B5EF4-FFF2-40B4-BE49-F238E27FC236}">
                    <a16:creationId xmlns:a16="http://schemas.microsoft.com/office/drawing/2014/main" id="{D141CDFD-F5F8-04BF-7491-A07F02752FBA}"/>
                  </a:ext>
                </a:extLst>
              </p:cNvPr>
              <p:cNvSpPr/>
              <p:nvPr/>
            </p:nvSpPr>
            <p:spPr>
              <a:xfrm>
                <a:off x="2653848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8" name="Freeform 122">
                <a:extLst>
                  <a:ext uri="{FF2B5EF4-FFF2-40B4-BE49-F238E27FC236}">
                    <a16:creationId xmlns:a16="http://schemas.microsoft.com/office/drawing/2014/main" id="{DEC9C2CF-88F2-C77E-F283-E6C4AD8F27AA}"/>
                  </a:ext>
                </a:extLst>
              </p:cNvPr>
              <p:cNvSpPr/>
              <p:nvPr/>
            </p:nvSpPr>
            <p:spPr>
              <a:xfrm>
                <a:off x="1191849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9" name="Freeform 123">
                <a:extLst>
                  <a:ext uri="{FF2B5EF4-FFF2-40B4-BE49-F238E27FC236}">
                    <a16:creationId xmlns:a16="http://schemas.microsoft.com/office/drawing/2014/main" id="{0B50A297-4AE0-7922-086B-3B4A591C7695}"/>
                  </a:ext>
                </a:extLst>
              </p:cNvPr>
              <p:cNvSpPr/>
              <p:nvPr/>
            </p:nvSpPr>
            <p:spPr>
              <a:xfrm>
                <a:off x="1160451" y="3091195"/>
                <a:ext cx="80756" cy="70748"/>
              </a:xfrm>
              <a:custGeom>
                <a:avLst/>
                <a:gdLst>
                  <a:gd name="connsiteX0" fmla="*/ 72146 w 80756"/>
                  <a:gd name="connsiteY0" fmla="*/ 70748 h 70748"/>
                  <a:gd name="connsiteX1" fmla="*/ 22254 w 80756"/>
                  <a:gd name="connsiteY1" fmla="*/ 70748 h 70748"/>
                  <a:gd name="connsiteX2" fmla="*/ 9781 w 80756"/>
                  <a:gd name="connsiteY2" fmla="*/ 60320 h 70748"/>
                  <a:gd name="connsiteX3" fmla="*/ 170 w 80756"/>
                  <a:gd name="connsiteY3" fmla="*/ 10428 h 70748"/>
                  <a:gd name="connsiteX4" fmla="*/ 8554 w 80756"/>
                  <a:gd name="connsiteY4" fmla="*/ 0 h 70748"/>
                  <a:gd name="connsiteX5" fmla="*/ 58446 w 80756"/>
                  <a:gd name="connsiteY5" fmla="*/ 0 h 70748"/>
                  <a:gd name="connsiteX6" fmla="*/ 70919 w 80756"/>
                  <a:gd name="connsiteY6" fmla="*/ 10428 h 70748"/>
                  <a:gd name="connsiteX7" fmla="*/ 80529 w 80756"/>
                  <a:gd name="connsiteY7" fmla="*/ 60320 h 70748"/>
                  <a:gd name="connsiteX8" fmla="*/ 72146 w 80756"/>
                  <a:gd name="connsiteY8" fmla="*/ 70748 h 707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0756" h="70748">
                    <a:moveTo>
                      <a:pt x="72146" y="70748"/>
                    </a:moveTo>
                    <a:lnTo>
                      <a:pt x="22254" y="70748"/>
                    </a:lnTo>
                    <a:cubicBezTo>
                      <a:pt x="16528" y="70748"/>
                      <a:pt x="10803" y="66046"/>
                      <a:pt x="9781" y="60320"/>
                    </a:cubicBezTo>
                    <a:lnTo>
                      <a:pt x="170" y="10428"/>
                    </a:lnTo>
                    <a:cubicBezTo>
                      <a:pt x="-852" y="4703"/>
                      <a:pt x="2828" y="0"/>
                      <a:pt x="8554" y="0"/>
                    </a:cubicBezTo>
                    <a:lnTo>
                      <a:pt x="58446" y="0"/>
                    </a:lnTo>
                    <a:cubicBezTo>
                      <a:pt x="64171" y="0"/>
                      <a:pt x="69896" y="4703"/>
                      <a:pt x="70919" y="10428"/>
                    </a:cubicBezTo>
                    <a:lnTo>
                      <a:pt x="80529" y="60320"/>
                    </a:lnTo>
                    <a:cubicBezTo>
                      <a:pt x="81756" y="66046"/>
                      <a:pt x="77871" y="70748"/>
                      <a:pt x="72146" y="7074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0" name="Freeform 124">
                <a:extLst>
                  <a:ext uri="{FF2B5EF4-FFF2-40B4-BE49-F238E27FC236}">
                    <a16:creationId xmlns:a16="http://schemas.microsoft.com/office/drawing/2014/main" id="{8B6648E1-038F-34C2-B51C-801052CC796D}"/>
                  </a:ext>
                </a:extLst>
              </p:cNvPr>
              <p:cNvSpPr/>
              <p:nvPr/>
            </p:nvSpPr>
            <p:spPr>
              <a:xfrm>
                <a:off x="1484248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1" name="Freeform 125">
                <a:extLst>
                  <a:ext uri="{FF2B5EF4-FFF2-40B4-BE49-F238E27FC236}">
                    <a16:creationId xmlns:a16="http://schemas.microsoft.com/office/drawing/2014/main" id="{97AB944C-5ABE-5921-838B-EB902F729AE3}"/>
                  </a:ext>
                </a:extLst>
              </p:cNvPr>
              <p:cNvSpPr/>
              <p:nvPr/>
            </p:nvSpPr>
            <p:spPr>
              <a:xfrm>
                <a:off x="1776648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2" name="Freeform 126">
                <a:extLst>
                  <a:ext uri="{FF2B5EF4-FFF2-40B4-BE49-F238E27FC236}">
                    <a16:creationId xmlns:a16="http://schemas.microsoft.com/office/drawing/2014/main" id="{91130120-B6ED-11CF-5649-8E1CE6EDD357}"/>
                  </a:ext>
                </a:extLst>
              </p:cNvPr>
              <p:cNvSpPr/>
              <p:nvPr/>
            </p:nvSpPr>
            <p:spPr>
              <a:xfrm>
                <a:off x="2946248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3" name="Freeform 127">
                <a:extLst>
                  <a:ext uri="{FF2B5EF4-FFF2-40B4-BE49-F238E27FC236}">
                    <a16:creationId xmlns:a16="http://schemas.microsoft.com/office/drawing/2014/main" id="{99AF64B3-AE25-E06D-1C83-3DE1CD6326B6}"/>
                  </a:ext>
                </a:extLst>
              </p:cNvPr>
              <p:cNvSpPr/>
              <p:nvPr/>
            </p:nvSpPr>
            <p:spPr>
              <a:xfrm>
                <a:off x="2020588" y="3093649"/>
                <a:ext cx="187822" cy="164602"/>
              </a:xfrm>
              <a:custGeom>
                <a:avLst/>
                <a:gdLst>
                  <a:gd name="connsiteX0" fmla="*/ 167727 w 187822"/>
                  <a:gd name="connsiteY0" fmla="*/ 164603 h 164602"/>
                  <a:gd name="connsiteX1" fmla="*/ 51790 w 187822"/>
                  <a:gd name="connsiteY1" fmla="*/ 164603 h 164602"/>
                  <a:gd name="connsiteX2" fmla="*/ 22754 w 187822"/>
                  <a:gd name="connsiteY2" fmla="*/ 140270 h 164602"/>
                  <a:gd name="connsiteX3" fmla="*/ 466 w 187822"/>
                  <a:gd name="connsiteY3" fmla="*/ 24333 h 164602"/>
                  <a:gd name="connsiteX4" fmla="*/ 20096 w 187822"/>
                  <a:gd name="connsiteY4" fmla="*/ 0 h 164602"/>
                  <a:gd name="connsiteX5" fmla="*/ 136033 w 187822"/>
                  <a:gd name="connsiteY5" fmla="*/ 0 h 164602"/>
                  <a:gd name="connsiteX6" fmla="*/ 165069 w 187822"/>
                  <a:gd name="connsiteY6" fmla="*/ 24333 h 164602"/>
                  <a:gd name="connsiteX7" fmla="*/ 187357 w 187822"/>
                  <a:gd name="connsiteY7" fmla="*/ 140270 h 164602"/>
                  <a:gd name="connsiteX8" fmla="*/ 167727 w 187822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2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4" name="Freeform 128">
                <a:extLst>
                  <a:ext uri="{FF2B5EF4-FFF2-40B4-BE49-F238E27FC236}">
                    <a16:creationId xmlns:a16="http://schemas.microsoft.com/office/drawing/2014/main" id="{6491AADB-1C41-7BB8-9668-FBC990AE65B8}"/>
                  </a:ext>
                </a:extLst>
              </p:cNvPr>
              <p:cNvSpPr/>
              <p:nvPr/>
            </p:nvSpPr>
            <p:spPr>
              <a:xfrm>
                <a:off x="2312987" y="3093649"/>
                <a:ext cx="187822" cy="164602"/>
              </a:xfrm>
              <a:custGeom>
                <a:avLst/>
                <a:gdLst>
                  <a:gd name="connsiteX0" fmla="*/ 167727 w 187822"/>
                  <a:gd name="connsiteY0" fmla="*/ 164603 h 164602"/>
                  <a:gd name="connsiteX1" fmla="*/ 51790 w 187822"/>
                  <a:gd name="connsiteY1" fmla="*/ 164603 h 164602"/>
                  <a:gd name="connsiteX2" fmla="*/ 22754 w 187822"/>
                  <a:gd name="connsiteY2" fmla="*/ 140270 h 164602"/>
                  <a:gd name="connsiteX3" fmla="*/ 466 w 187822"/>
                  <a:gd name="connsiteY3" fmla="*/ 24333 h 164602"/>
                  <a:gd name="connsiteX4" fmla="*/ 20096 w 187822"/>
                  <a:gd name="connsiteY4" fmla="*/ 0 h 164602"/>
                  <a:gd name="connsiteX5" fmla="*/ 136033 w 187822"/>
                  <a:gd name="connsiteY5" fmla="*/ 0 h 164602"/>
                  <a:gd name="connsiteX6" fmla="*/ 165069 w 187822"/>
                  <a:gd name="connsiteY6" fmla="*/ 24333 h 164602"/>
                  <a:gd name="connsiteX7" fmla="*/ 187357 w 187822"/>
                  <a:gd name="connsiteY7" fmla="*/ 140270 h 164602"/>
                  <a:gd name="connsiteX8" fmla="*/ 167727 w 187822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2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5" name="Freeform 129">
                <a:extLst>
                  <a:ext uri="{FF2B5EF4-FFF2-40B4-BE49-F238E27FC236}">
                    <a16:creationId xmlns:a16="http://schemas.microsoft.com/office/drawing/2014/main" id="{5524D0F4-9F12-2A84-B083-48D593CFA390}"/>
                  </a:ext>
                </a:extLst>
              </p:cNvPr>
              <p:cNvSpPr/>
              <p:nvPr/>
            </p:nvSpPr>
            <p:spPr>
              <a:xfrm>
                <a:off x="2605387" y="3093649"/>
                <a:ext cx="187822" cy="164602"/>
              </a:xfrm>
              <a:custGeom>
                <a:avLst/>
                <a:gdLst>
                  <a:gd name="connsiteX0" fmla="*/ 167727 w 187822"/>
                  <a:gd name="connsiteY0" fmla="*/ 164603 h 164602"/>
                  <a:gd name="connsiteX1" fmla="*/ 51790 w 187822"/>
                  <a:gd name="connsiteY1" fmla="*/ 164603 h 164602"/>
                  <a:gd name="connsiteX2" fmla="*/ 22754 w 187822"/>
                  <a:gd name="connsiteY2" fmla="*/ 140270 h 164602"/>
                  <a:gd name="connsiteX3" fmla="*/ 466 w 187822"/>
                  <a:gd name="connsiteY3" fmla="*/ 24333 h 164602"/>
                  <a:gd name="connsiteX4" fmla="*/ 20096 w 187822"/>
                  <a:gd name="connsiteY4" fmla="*/ 0 h 164602"/>
                  <a:gd name="connsiteX5" fmla="*/ 136033 w 187822"/>
                  <a:gd name="connsiteY5" fmla="*/ 0 h 164602"/>
                  <a:gd name="connsiteX6" fmla="*/ 165069 w 187822"/>
                  <a:gd name="connsiteY6" fmla="*/ 24333 h 164602"/>
                  <a:gd name="connsiteX7" fmla="*/ 187357 w 187822"/>
                  <a:gd name="connsiteY7" fmla="*/ 140270 h 164602"/>
                  <a:gd name="connsiteX8" fmla="*/ 167727 w 187822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2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6" name="Freeform 130">
                <a:extLst>
                  <a:ext uri="{FF2B5EF4-FFF2-40B4-BE49-F238E27FC236}">
                    <a16:creationId xmlns:a16="http://schemas.microsoft.com/office/drawing/2014/main" id="{2DED090C-A94E-AD6C-4995-9BC67F1489A3}"/>
                  </a:ext>
                </a:extLst>
              </p:cNvPr>
              <p:cNvSpPr/>
              <p:nvPr/>
            </p:nvSpPr>
            <p:spPr>
              <a:xfrm>
                <a:off x="2897787" y="3093649"/>
                <a:ext cx="187822" cy="164602"/>
              </a:xfrm>
              <a:custGeom>
                <a:avLst/>
                <a:gdLst>
                  <a:gd name="connsiteX0" fmla="*/ 167727 w 187822"/>
                  <a:gd name="connsiteY0" fmla="*/ 164603 h 164602"/>
                  <a:gd name="connsiteX1" fmla="*/ 51790 w 187822"/>
                  <a:gd name="connsiteY1" fmla="*/ 164603 h 164602"/>
                  <a:gd name="connsiteX2" fmla="*/ 22754 w 187822"/>
                  <a:gd name="connsiteY2" fmla="*/ 140270 h 164602"/>
                  <a:gd name="connsiteX3" fmla="*/ 466 w 187822"/>
                  <a:gd name="connsiteY3" fmla="*/ 24333 h 164602"/>
                  <a:gd name="connsiteX4" fmla="*/ 20096 w 187822"/>
                  <a:gd name="connsiteY4" fmla="*/ 0 h 164602"/>
                  <a:gd name="connsiteX5" fmla="*/ 136033 w 187822"/>
                  <a:gd name="connsiteY5" fmla="*/ 0 h 164602"/>
                  <a:gd name="connsiteX6" fmla="*/ 165069 w 187822"/>
                  <a:gd name="connsiteY6" fmla="*/ 24333 h 164602"/>
                  <a:gd name="connsiteX7" fmla="*/ 187357 w 187822"/>
                  <a:gd name="connsiteY7" fmla="*/ 140270 h 164602"/>
                  <a:gd name="connsiteX8" fmla="*/ 167727 w 187822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2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7" name="Freeform 131">
                <a:extLst>
                  <a:ext uri="{FF2B5EF4-FFF2-40B4-BE49-F238E27FC236}">
                    <a16:creationId xmlns:a16="http://schemas.microsoft.com/office/drawing/2014/main" id="{54C93296-EE5E-96C4-6561-0B6B9C3E80F4}"/>
                  </a:ext>
                </a:extLst>
              </p:cNvPr>
              <p:cNvSpPr/>
              <p:nvPr/>
            </p:nvSpPr>
            <p:spPr>
              <a:xfrm>
                <a:off x="21205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8" name="Freeform 132">
                <a:extLst>
                  <a:ext uri="{FF2B5EF4-FFF2-40B4-BE49-F238E27FC236}">
                    <a16:creationId xmlns:a16="http://schemas.microsoft.com/office/drawing/2014/main" id="{ACF73211-4308-E2DA-D3B3-CB47746C9DEC}"/>
                  </a:ext>
                </a:extLst>
              </p:cNvPr>
              <p:cNvSpPr/>
              <p:nvPr/>
            </p:nvSpPr>
            <p:spPr>
              <a:xfrm>
                <a:off x="24129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9" name="Freeform 133">
                <a:extLst>
                  <a:ext uri="{FF2B5EF4-FFF2-40B4-BE49-F238E27FC236}">
                    <a16:creationId xmlns:a16="http://schemas.microsoft.com/office/drawing/2014/main" id="{54BBE8B1-1E3F-D15E-6407-9D63E9BDFB6B}"/>
                  </a:ext>
                </a:extLst>
              </p:cNvPr>
              <p:cNvSpPr/>
              <p:nvPr/>
            </p:nvSpPr>
            <p:spPr>
              <a:xfrm>
                <a:off x="27053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0" name="Freeform 134">
                <a:extLst>
                  <a:ext uri="{FF2B5EF4-FFF2-40B4-BE49-F238E27FC236}">
                    <a16:creationId xmlns:a16="http://schemas.microsoft.com/office/drawing/2014/main" id="{9E459FD8-654C-7FD7-80C7-F6D93FD82D27}"/>
                  </a:ext>
                </a:extLst>
              </p:cNvPr>
              <p:cNvSpPr/>
              <p:nvPr/>
            </p:nvSpPr>
            <p:spPr>
              <a:xfrm>
                <a:off x="12433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1" name="Freeform 135">
                <a:extLst>
                  <a:ext uri="{FF2B5EF4-FFF2-40B4-BE49-F238E27FC236}">
                    <a16:creationId xmlns:a16="http://schemas.microsoft.com/office/drawing/2014/main" id="{6868E1E1-C23F-BF85-4957-281B5F11400A}"/>
                  </a:ext>
                </a:extLst>
              </p:cNvPr>
              <p:cNvSpPr/>
              <p:nvPr/>
            </p:nvSpPr>
            <p:spPr>
              <a:xfrm>
                <a:off x="15357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2" name="Freeform 136">
                <a:extLst>
                  <a:ext uri="{FF2B5EF4-FFF2-40B4-BE49-F238E27FC236}">
                    <a16:creationId xmlns:a16="http://schemas.microsoft.com/office/drawing/2014/main" id="{CAC20207-57EB-B005-C693-754D1D374AB7}"/>
                  </a:ext>
                </a:extLst>
              </p:cNvPr>
              <p:cNvSpPr/>
              <p:nvPr/>
            </p:nvSpPr>
            <p:spPr>
              <a:xfrm>
                <a:off x="18281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3" name="Freeform 137">
                <a:extLst>
                  <a:ext uri="{FF2B5EF4-FFF2-40B4-BE49-F238E27FC236}">
                    <a16:creationId xmlns:a16="http://schemas.microsoft.com/office/drawing/2014/main" id="{3998AE4B-E129-C154-24E8-9089270575F4}"/>
                  </a:ext>
                </a:extLst>
              </p:cNvPr>
              <p:cNvSpPr/>
              <p:nvPr/>
            </p:nvSpPr>
            <p:spPr>
              <a:xfrm>
                <a:off x="29977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4" name="Freeform 138">
                <a:extLst>
                  <a:ext uri="{FF2B5EF4-FFF2-40B4-BE49-F238E27FC236}">
                    <a16:creationId xmlns:a16="http://schemas.microsoft.com/office/drawing/2014/main" id="{CD5F5B7D-54E5-1483-0988-50D0C8526DB4}"/>
                  </a:ext>
                </a:extLst>
              </p:cNvPr>
              <p:cNvSpPr/>
              <p:nvPr/>
            </p:nvSpPr>
            <p:spPr>
              <a:xfrm>
                <a:off x="2172104" y="3878834"/>
                <a:ext cx="187767" cy="164602"/>
              </a:xfrm>
              <a:custGeom>
                <a:avLst/>
                <a:gdLst>
                  <a:gd name="connsiteX0" fmla="*/ 167727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727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5" name="Freeform 139">
                <a:extLst>
                  <a:ext uri="{FF2B5EF4-FFF2-40B4-BE49-F238E27FC236}">
                    <a16:creationId xmlns:a16="http://schemas.microsoft.com/office/drawing/2014/main" id="{9877D7E9-2133-A8E3-8487-08E3028EFA95}"/>
                  </a:ext>
                </a:extLst>
              </p:cNvPr>
              <p:cNvSpPr/>
              <p:nvPr/>
            </p:nvSpPr>
            <p:spPr>
              <a:xfrm>
                <a:off x="2464504" y="3878834"/>
                <a:ext cx="187767" cy="164602"/>
              </a:xfrm>
              <a:custGeom>
                <a:avLst/>
                <a:gdLst>
                  <a:gd name="connsiteX0" fmla="*/ 167727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727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6" name="Freeform 140">
                <a:extLst>
                  <a:ext uri="{FF2B5EF4-FFF2-40B4-BE49-F238E27FC236}">
                    <a16:creationId xmlns:a16="http://schemas.microsoft.com/office/drawing/2014/main" id="{4E52323A-4805-D560-5B9D-9F30361655AA}"/>
                  </a:ext>
                </a:extLst>
              </p:cNvPr>
              <p:cNvSpPr/>
              <p:nvPr/>
            </p:nvSpPr>
            <p:spPr>
              <a:xfrm>
                <a:off x="2756904" y="3878834"/>
                <a:ext cx="187767" cy="164602"/>
              </a:xfrm>
              <a:custGeom>
                <a:avLst/>
                <a:gdLst>
                  <a:gd name="connsiteX0" fmla="*/ 167727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727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7" name="Freeform 141">
                <a:extLst>
                  <a:ext uri="{FF2B5EF4-FFF2-40B4-BE49-F238E27FC236}">
                    <a16:creationId xmlns:a16="http://schemas.microsoft.com/office/drawing/2014/main" id="{47B9F03C-B6DD-03F4-BC2C-0B7494EAD9A7}"/>
                  </a:ext>
                </a:extLst>
              </p:cNvPr>
              <p:cNvSpPr/>
              <p:nvPr/>
            </p:nvSpPr>
            <p:spPr>
              <a:xfrm>
                <a:off x="1294904" y="3878834"/>
                <a:ext cx="187767" cy="164602"/>
              </a:xfrm>
              <a:custGeom>
                <a:avLst/>
                <a:gdLst>
                  <a:gd name="connsiteX0" fmla="*/ 167523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523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523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523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8" name="Freeform 142">
                <a:extLst>
                  <a:ext uri="{FF2B5EF4-FFF2-40B4-BE49-F238E27FC236}">
                    <a16:creationId xmlns:a16="http://schemas.microsoft.com/office/drawing/2014/main" id="{DD2E9678-26CC-C832-E873-61B533301474}"/>
                  </a:ext>
                </a:extLst>
              </p:cNvPr>
              <p:cNvSpPr/>
              <p:nvPr/>
            </p:nvSpPr>
            <p:spPr>
              <a:xfrm>
                <a:off x="1587304" y="3878834"/>
                <a:ext cx="187767" cy="164602"/>
              </a:xfrm>
              <a:custGeom>
                <a:avLst/>
                <a:gdLst>
                  <a:gd name="connsiteX0" fmla="*/ 167523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523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523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523" y="164603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9" name="Freeform 143">
                <a:extLst>
                  <a:ext uri="{FF2B5EF4-FFF2-40B4-BE49-F238E27FC236}">
                    <a16:creationId xmlns:a16="http://schemas.microsoft.com/office/drawing/2014/main" id="{2DA4108F-DFDA-A0B7-C071-4B228BE75718}"/>
                  </a:ext>
                </a:extLst>
              </p:cNvPr>
              <p:cNvSpPr/>
              <p:nvPr/>
            </p:nvSpPr>
            <p:spPr>
              <a:xfrm>
                <a:off x="1879704" y="3878834"/>
                <a:ext cx="187767" cy="164602"/>
              </a:xfrm>
              <a:custGeom>
                <a:avLst/>
                <a:gdLst>
                  <a:gd name="connsiteX0" fmla="*/ 167523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523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523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523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60" name="Freeform 144">
                <a:extLst>
                  <a:ext uri="{FF2B5EF4-FFF2-40B4-BE49-F238E27FC236}">
                    <a16:creationId xmlns:a16="http://schemas.microsoft.com/office/drawing/2014/main" id="{8A829746-BA26-8B24-8D11-A2BCBA3191D6}"/>
                  </a:ext>
                </a:extLst>
              </p:cNvPr>
              <p:cNvSpPr/>
              <p:nvPr/>
            </p:nvSpPr>
            <p:spPr>
              <a:xfrm>
                <a:off x="3049303" y="3878834"/>
                <a:ext cx="187767" cy="164602"/>
              </a:xfrm>
              <a:custGeom>
                <a:avLst/>
                <a:gdLst>
                  <a:gd name="connsiteX0" fmla="*/ 167727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727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61" name="Freeform 145">
                <a:extLst>
                  <a:ext uri="{FF2B5EF4-FFF2-40B4-BE49-F238E27FC236}">
                    <a16:creationId xmlns:a16="http://schemas.microsoft.com/office/drawing/2014/main" id="{A0CD810F-CC81-8E1E-8AFE-6862F8BF48B1}"/>
                  </a:ext>
                </a:extLst>
              </p:cNvPr>
              <p:cNvSpPr/>
              <p:nvPr/>
            </p:nvSpPr>
            <p:spPr>
              <a:xfrm>
                <a:off x="2220564" y="4130339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89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89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62" name="Freeform 146">
                <a:extLst>
                  <a:ext uri="{FF2B5EF4-FFF2-40B4-BE49-F238E27FC236}">
                    <a16:creationId xmlns:a16="http://schemas.microsoft.com/office/drawing/2014/main" id="{181277A2-50BD-71B6-0068-B76368CBCB7E}"/>
                  </a:ext>
                </a:extLst>
              </p:cNvPr>
              <p:cNvSpPr/>
              <p:nvPr/>
            </p:nvSpPr>
            <p:spPr>
              <a:xfrm>
                <a:off x="2512964" y="4130339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89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89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63" name="Freeform 147">
                <a:extLst>
                  <a:ext uri="{FF2B5EF4-FFF2-40B4-BE49-F238E27FC236}">
                    <a16:creationId xmlns:a16="http://schemas.microsoft.com/office/drawing/2014/main" id="{371F37A8-4426-6CBF-D0EE-83E969737009}"/>
                  </a:ext>
                </a:extLst>
              </p:cNvPr>
              <p:cNvSpPr/>
              <p:nvPr/>
            </p:nvSpPr>
            <p:spPr>
              <a:xfrm>
                <a:off x="2805364" y="4130339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89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89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84" name="Freeform 148">
                <a:extLst>
                  <a:ext uri="{FF2B5EF4-FFF2-40B4-BE49-F238E27FC236}">
                    <a16:creationId xmlns:a16="http://schemas.microsoft.com/office/drawing/2014/main" id="{23D3B3E2-70AD-64F1-6633-414BE4A4D39E}"/>
                  </a:ext>
                </a:extLst>
              </p:cNvPr>
              <p:cNvSpPr/>
              <p:nvPr/>
            </p:nvSpPr>
            <p:spPr>
              <a:xfrm>
                <a:off x="1343365" y="4130339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89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89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85" name="Freeform 149">
                <a:extLst>
                  <a:ext uri="{FF2B5EF4-FFF2-40B4-BE49-F238E27FC236}">
                    <a16:creationId xmlns:a16="http://schemas.microsoft.com/office/drawing/2014/main" id="{79646E35-7630-2710-F8EB-71BD5A217754}"/>
                  </a:ext>
                </a:extLst>
              </p:cNvPr>
              <p:cNvSpPr/>
              <p:nvPr/>
            </p:nvSpPr>
            <p:spPr>
              <a:xfrm>
                <a:off x="1635765" y="4130339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89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89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86" name="Freeform 150">
                <a:extLst>
                  <a:ext uri="{FF2B5EF4-FFF2-40B4-BE49-F238E27FC236}">
                    <a16:creationId xmlns:a16="http://schemas.microsoft.com/office/drawing/2014/main" id="{D585173B-54CD-615D-EE61-D0D7B897102E}"/>
                  </a:ext>
                </a:extLst>
              </p:cNvPr>
              <p:cNvSpPr/>
              <p:nvPr/>
            </p:nvSpPr>
            <p:spPr>
              <a:xfrm>
                <a:off x="1928165" y="4130339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89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89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87" name="Freeform 151">
                <a:extLst>
                  <a:ext uri="{FF2B5EF4-FFF2-40B4-BE49-F238E27FC236}">
                    <a16:creationId xmlns:a16="http://schemas.microsoft.com/office/drawing/2014/main" id="{B92C8184-739B-84DC-0E8B-DDD50159D0B1}"/>
                  </a:ext>
                </a:extLst>
              </p:cNvPr>
              <p:cNvSpPr/>
              <p:nvPr/>
            </p:nvSpPr>
            <p:spPr>
              <a:xfrm>
                <a:off x="1268789" y="3099783"/>
                <a:ext cx="323275" cy="16358"/>
              </a:xfrm>
              <a:custGeom>
                <a:avLst/>
                <a:gdLst>
                  <a:gd name="connsiteX0" fmla="*/ 315097 w 323275"/>
                  <a:gd name="connsiteY0" fmla="*/ 16358 h 16358"/>
                  <a:gd name="connsiteX1" fmla="*/ 8179 w 323275"/>
                  <a:gd name="connsiteY1" fmla="*/ 16358 h 16358"/>
                  <a:gd name="connsiteX2" fmla="*/ 0 w 323275"/>
                  <a:gd name="connsiteY2" fmla="*/ 8179 h 16358"/>
                  <a:gd name="connsiteX3" fmla="*/ 0 w 323275"/>
                  <a:gd name="connsiteY3" fmla="*/ 8179 h 16358"/>
                  <a:gd name="connsiteX4" fmla="*/ 8179 w 323275"/>
                  <a:gd name="connsiteY4" fmla="*/ 0 h 16358"/>
                  <a:gd name="connsiteX5" fmla="*/ 315097 w 323275"/>
                  <a:gd name="connsiteY5" fmla="*/ 0 h 16358"/>
                  <a:gd name="connsiteX6" fmla="*/ 323276 w 323275"/>
                  <a:gd name="connsiteY6" fmla="*/ 8179 h 16358"/>
                  <a:gd name="connsiteX7" fmla="*/ 323276 w 323275"/>
                  <a:gd name="connsiteY7" fmla="*/ 8179 h 16358"/>
                  <a:gd name="connsiteX8" fmla="*/ 315097 w 323275"/>
                  <a:gd name="connsiteY8" fmla="*/ 16358 h 16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3275" h="16358">
                    <a:moveTo>
                      <a:pt x="315097" y="16358"/>
                    </a:moveTo>
                    <a:lnTo>
                      <a:pt x="8179" y="16358"/>
                    </a:lnTo>
                    <a:cubicBezTo>
                      <a:pt x="3680" y="16358"/>
                      <a:pt x="0" y="12678"/>
                      <a:pt x="0" y="8179"/>
                    </a:cubicBezTo>
                    <a:lnTo>
                      <a:pt x="0" y="8179"/>
                    </a:lnTo>
                    <a:cubicBezTo>
                      <a:pt x="0" y="3681"/>
                      <a:pt x="3680" y="0"/>
                      <a:pt x="8179" y="0"/>
                    </a:cubicBezTo>
                    <a:lnTo>
                      <a:pt x="315097" y="0"/>
                    </a:lnTo>
                    <a:cubicBezTo>
                      <a:pt x="319595" y="0"/>
                      <a:pt x="323276" y="3681"/>
                      <a:pt x="323276" y="8179"/>
                    </a:cubicBezTo>
                    <a:lnTo>
                      <a:pt x="323276" y="8179"/>
                    </a:lnTo>
                    <a:cubicBezTo>
                      <a:pt x="323276" y="12678"/>
                      <a:pt x="319595" y="16358"/>
                      <a:pt x="315097" y="16358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88" name="Freeform 152">
                <a:extLst>
                  <a:ext uri="{FF2B5EF4-FFF2-40B4-BE49-F238E27FC236}">
                    <a16:creationId xmlns:a16="http://schemas.microsoft.com/office/drawing/2014/main" id="{674B2CD9-1705-04AB-8430-72E097216D8F}"/>
                  </a:ext>
                </a:extLst>
              </p:cNvPr>
              <p:cNvSpPr/>
              <p:nvPr/>
            </p:nvSpPr>
            <p:spPr>
              <a:xfrm>
                <a:off x="1277990" y="3136997"/>
                <a:ext cx="323283" cy="16358"/>
              </a:xfrm>
              <a:custGeom>
                <a:avLst/>
                <a:gdLst>
                  <a:gd name="connsiteX0" fmla="*/ 315097 w 323283"/>
                  <a:gd name="connsiteY0" fmla="*/ 16358 h 16358"/>
                  <a:gd name="connsiteX1" fmla="*/ 8179 w 323283"/>
                  <a:gd name="connsiteY1" fmla="*/ 16358 h 16358"/>
                  <a:gd name="connsiteX2" fmla="*/ 0 w 323283"/>
                  <a:gd name="connsiteY2" fmla="*/ 8179 h 16358"/>
                  <a:gd name="connsiteX3" fmla="*/ 0 w 323283"/>
                  <a:gd name="connsiteY3" fmla="*/ 8179 h 16358"/>
                  <a:gd name="connsiteX4" fmla="*/ 8179 w 323283"/>
                  <a:gd name="connsiteY4" fmla="*/ 0 h 16358"/>
                  <a:gd name="connsiteX5" fmla="*/ 315097 w 323283"/>
                  <a:gd name="connsiteY5" fmla="*/ 0 h 16358"/>
                  <a:gd name="connsiteX6" fmla="*/ 323276 w 323283"/>
                  <a:gd name="connsiteY6" fmla="*/ 8179 h 16358"/>
                  <a:gd name="connsiteX7" fmla="*/ 323276 w 323283"/>
                  <a:gd name="connsiteY7" fmla="*/ 8179 h 16358"/>
                  <a:gd name="connsiteX8" fmla="*/ 315097 w 323283"/>
                  <a:gd name="connsiteY8" fmla="*/ 16358 h 16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3283" h="16358">
                    <a:moveTo>
                      <a:pt x="315097" y="16358"/>
                    </a:moveTo>
                    <a:lnTo>
                      <a:pt x="8179" y="16358"/>
                    </a:lnTo>
                    <a:cubicBezTo>
                      <a:pt x="3680" y="16358"/>
                      <a:pt x="0" y="12678"/>
                      <a:pt x="0" y="8179"/>
                    </a:cubicBezTo>
                    <a:lnTo>
                      <a:pt x="0" y="8179"/>
                    </a:lnTo>
                    <a:cubicBezTo>
                      <a:pt x="0" y="3681"/>
                      <a:pt x="3680" y="0"/>
                      <a:pt x="8179" y="0"/>
                    </a:cubicBezTo>
                    <a:lnTo>
                      <a:pt x="315097" y="0"/>
                    </a:lnTo>
                    <a:cubicBezTo>
                      <a:pt x="319595" y="0"/>
                      <a:pt x="323276" y="3681"/>
                      <a:pt x="323276" y="8179"/>
                    </a:cubicBezTo>
                    <a:lnTo>
                      <a:pt x="323276" y="8179"/>
                    </a:lnTo>
                    <a:cubicBezTo>
                      <a:pt x="323480" y="12678"/>
                      <a:pt x="319595" y="16358"/>
                      <a:pt x="315097" y="16358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27" name="Graphic 15">
              <a:extLst>
                <a:ext uri="{FF2B5EF4-FFF2-40B4-BE49-F238E27FC236}">
                  <a16:creationId xmlns:a16="http://schemas.microsoft.com/office/drawing/2014/main" id="{8DA95316-F028-9A16-D95D-47887FF4B756}"/>
                </a:ext>
              </a:extLst>
            </p:cNvPr>
            <p:cNvGrpSpPr/>
            <p:nvPr/>
          </p:nvGrpSpPr>
          <p:grpSpPr>
            <a:xfrm>
              <a:off x="1162946" y="2261444"/>
              <a:ext cx="1871359" cy="31489"/>
              <a:chOff x="1133426" y="2807792"/>
              <a:chExt cx="1871359" cy="31489"/>
            </a:xfrm>
            <a:solidFill>
              <a:srgbClr val="FFFFFF"/>
            </a:solidFill>
          </p:grpSpPr>
          <p:sp>
            <p:nvSpPr>
              <p:cNvPr id="28" name="Freeform 154">
                <a:extLst>
                  <a:ext uri="{FF2B5EF4-FFF2-40B4-BE49-F238E27FC236}">
                    <a16:creationId xmlns:a16="http://schemas.microsoft.com/office/drawing/2014/main" id="{1CFC8529-A2E5-6804-C396-02D764792E9A}"/>
                  </a:ext>
                </a:extLst>
              </p:cNvPr>
              <p:cNvSpPr/>
              <p:nvPr/>
            </p:nvSpPr>
            <p:spPr>
              <a:xfrm>
                <a:off x="1133426" y="2807792"/>
                <a:ext cx="136793" cy="31489"/>
              </a:xfrm>
              <a:custGeom>
                <a:avLst/>
                <a:gdLst>
                  <a:gd name="connsiteX0" fmla="*/ 121049 w 136793"/>
                  <a:gd name="connsiteY0" fmla="*/ 31489 h 31489"/>
                  <a:gd name="connsiteX1" fmla="*/ 15745 w 136793"/>
                  <a:gd name="connsiteY1" fmla="*/ 31489 h 31489"/>
                  <a:gd name="connsiteX2" fmla="*/ 0 w 136793"/>
                  <a:gd name="connsiteY2" fmla="*/ 15745 h 31489"/>
                  <a:gd name="connsiteX3" fmla="*/ 0 w 136793"/>
                  <a:gd name="connsiteY3" fmla="*/ 15745 h 31489"/>
                  <a:gd name="connsiteX4" fmla="*/ 15745 w 136793"/>
                  <a:gd name="connsiteY4" fmla="*/ 0 h 31489"/>
                  <a:gd name="connsiteX5" fmla="*/ 121049 w 136793"/>
                  <a:gd name="connsiteY5" fmla="*/ 0 h 31489"/>
                  <a:gd name="connsiteX6" fmla="*/ 136794 w 136793"/>
                  <a:gd name="connsiteY6" fmla="*/ 15745 h 31489"/>
                  <a:gd name="connsiteX7" fmla="*/ 136794 w 136793"/>
                  <a:gd name="connsiteY7" fmla="*/ 15745 h 31489"/>
                  <a:gd name="connsiteX8" fmla="*/ 121049 w 136793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3" h="31489">
                    <a:moveTo>
                      <a:pt x="121049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49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794" y="24537"/>
                      <a:pt x="129842" y="31489"/>
                      <a:pt x="121049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9" name="Freeform 155">
                <a:extLst>
                  <a:ext uri="{FF2B5EF4-FFF2-40B4-BE49-F238E27FC236}">
                    <a16:creationId xmlns:a16="http://schemas.microsoft.com/office/drawing/2014/main" id="{9F5FF5CE-7095-52AE-0BAC-DE67D8AA0B07}"/>
                  </a:ext>
                </a:extLst>
              </p:cNvPr>
              <p:cNvSpPr/>
              <p:nvPr/>
            </p:nvSpPr>
            <p:spPr>
              <a:xfrm>
                <a:off x="1422554" y="2807792"/>
                <a:ext cx="136794" cy="31489"/>
              </a:xfrm>
              <a:custGeom>
                <a:avLst/>
                <a:gdLst>
                  <a:gd name="connsiteX0" fmla="*/ 121050 w 136794"/>
                  <a:gd name="connsiteY0" fmla="*/ 31489 h 31489"/>
                  <a:gd name="connsiteX1" fmla="*/ 15745 w 136794"/>
                  <a:gd name="connsiteY1" fmla="*/ 31489 h 31489"/>
                  <a:gd name="connsiteX2" fmla="*/ 0 w 136794"/>
                  <a:gd name="connsiteY2" fmla="*/ 15745 h 31489"/>
                  <a:gd name="connsiteX3" fmla="*/ 0 w 136794"/>
                  <a:gd name="connsiteY3" fmla="*/ 15745 h 31489"/>
                  <a:gd name="connsiteX4" fmla="*/ 15745 w 136794"/>
                  <a:gd name="connsiteY4" fmla="*/ 0 h 31489"/>
                  <a:gd name="connsiteX5" fmla="*/ 121050 w 136794"/>
                  <a:gd name="connsiteY5" fmla="*/ 0 h 31489"/>
                  <a:gd name="connsiteX6" fmla="*/ 136794 w 136794"/>
                  <a:gd name="connsiteY6" fmla="*/ 15745 h 31489"/>
                  <a:gd name="connsiteX7" fmla="*/ 136794 w 136794"/>
                  <a:gd name="connsiteY7" fmla="*/ 15745 h 31489"/>
                  <a:gd name="connsiteX8" fmla="*/ 121050 w 136794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4" h="31489">
                    <a:moveTo>
                      <a:pt x="121050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50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794" y="24537"/>
                      <a:pt x="129637" y="31489"/>
                      <a:pt x="121050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0" name="Freeform 156">
                <a:extLst>
                  <a:ext uri="{FF2B5EF4-FFF2-40B4-BE49-F238E27FC236}">
                    <a16:creationId xmlns:a16="http://schemas.microsoft.com/office/drawing/2014/main" id="{23D43F10-9653-349D-A3B5-1D52EB90854E}"/>
                  </a:ext>
                </a:extLst>
              </p:cNvPr>
              <p:cNvSpPr/>
              <p:nvPr/>
            </p:nvSpPr>
            <p:spPr>
              <a:xfrm>
                <a:off x="1711682" y="2807792"/>
                <a:ext cx="136794" cy="31489"/>
              </a:xfrm>
              <a:custGeom>
                <a:avLst/>
                <a:gdLst>
                  <a:gd name="connsiteX0" fmla="*/ 121049 w 136794"/>
                  <a:gd name="connsiteY0" fmla="*/ 31489 h 31489"/>
                  <a:gd name="connsiteX1" fmla="*/ 15745 w 136794"/>
                  <a:gd name="connsiteY1" fmla="*/ 31489 h 31489"/>
                  <a:gd name="connsiteX2" fmla="*/ 0 w 136794"/>
                  <a:gd name="connsiteY2" fmla="*/ 15745 h 31489"/>
                  <a:gd name="connsiteX3" fmla="*/ 0 w 136794"/>
                  <a:gd name="connsiteY3" fmla="*/ 15745 h 31489"/>
                  <a:gd name="connsiteX4" fmla="*/ 15745 w 136794"/>
                  <a:gd name="connsiteY4" fmla="*/ 0 h 31489"/>
                  <a:gd name="connsiteX5" fmla="*/ 121049 w 136794"/>
                  <a:gd name="connsiteY5" fmla="*/ 0 h 31489"/>
                  <a:gd name="connsiteX6" fmla="*/ 136794 w 136794"/>
                  <a:gd name="connsiteY6" fmla="*/ 15745 h 31489"/>
                  <a:gd name="connsiteX7" fmla="*/ 136794 w 136794"/>
                  <a:gd name="connsiteY7" fmla="*/ 15745 h 31489"/>
                  <a:gd name="connsiteX8" fmla="*/ 121049 w 136794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4" h="31489">
                    <a:moveTo>
                      <a:pt x="121049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49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794" y="24537"/>
                      <a:pt x="129637" y="31489"/>
                      <a:pt x="121049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1" name="Freeform 157">
                <a:extLst>
                  <a:ext uri="{FF2B5EF4-FFF2-40B4-BE49-F238E27FC236}">
                    <a16:creationId xmlns:a16="http://schemas.microsoft.com/office/drawing/2014/main" id="{1A9E07E0-78E5-3608-67B5-853C785FC85C}"/>
                  </a:ext>
                </a:extLst>
              </p:cNvPr>
              <p:cNvSpPr/>
              <p:nvPr/>
            </p:nvSpPr>
            <p:spPr>
              <a:xfrm>
                <a:off x="2000811" y="2807792"/>
                <a:ext cx="136794" cy="31489"/>
              </a:xfrm>
              <a:custGeom>
                <a:avLst/>
                <a:gdLst>
                  <a:gd name="connsiteX0" fmla="*/ 121049 w 136794"/>
                  <a:gd name="connsiteY0" fmla="*/ 31489 h 31489"/>
                  <a:gd name="connsiteX1" fmla="*/ 15745 w 136794"/>
                  <a:gd name="connsiteY1" fmla="*/ 31489 h 31489"/>
                  <a:gd name="connsiteX2" fmla="*/ 0 w 136794"/>
                  <a:gd name="connsiteY2" fmla="*/ 15745 h 31489"/>
                  <a:gd name="connsiteX3" fmla="*/ 0 w 136794"/>
                  <a:gd name="connsiteY3" fmla="*/ 15745 h 31489"/>
                  <a:gd name="connsiteX4" fmla="*/ 15745 w 136794"/>
                  <a:gd name="connsiteY4" fmla="*/ 0 h 31489"/>
                  <a:gd name="connsiteX5" fmla="*/ 121049 w 136794"/>
                  <a:gd name="connsiteY5" fmla="*/ 0 h 31489"/>
                  <a:gd name="connsiteX6" fmla="*/ 136794 w 136794"/>
                  <a:gd name="connsiteY6" fmla="*/ 15745 h 31489"/>
                  <a:gd name="connsiteX7" fmla="*/ 136794 w 136794"/>
                  <a:gd name="connsiteY7" fmla="*/ 15745 h 31489"/>
                  <a:gd name="connsiteX8" fmla="*/ 121049 w 136794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4" h="31489">
                    <a:moveTo>
                      <a:pt x="121049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49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589" y="24537"/>
                      <a:pt x="129637" y="31489"/>
                      <a:pt x="121049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2" name="Freeform 158">
                <a:extLst>
                  <a:ext uri="{FF2B5EF4-FFF2-40B4-BE49-F238E27FC236}">
                    <a16:creationId xmlns:a16="http://schemas.microsoft.com/office/drawing/2014/main" id="{B2FD383E-835D-0B45-1937-EC4B78822FB1}"/>
                  </a:ext>
                </a:extLst>
              </p:cNvPr>
              <p:cNvSpPr/>
              <p:nvPr/>
            </p:nvSpPr>
            <p:spPr>
              <a:xfrm>
                <a:off x="2289734" y="2807792"/>
                <a:ext cx="136794" cy="31489"/>
              </a:xfrm>
              <a:custGeom>
                <a:avLst/>
                <a:gdLst>
                  <a:gd name="connsiteX0" fmla="*/ 121050 w 136794"/>
                  <a:gd name="connsiteY0" fmla="*/ 31489 h 31489"/>
                  <a:gd name="connsiteX1" fmla="*/ 15745 w 136794"/>
                  <a:gd name="connsiteY1" fmla="*/ 31489 h 31489"/>
                  <a:gd name="connsiteX2" fmla="*/ 0 w 136794"/>
                  <a:gd name="connsiteY2" fmla="*/ 15745 h 31489"/>
                  <a:gd name="connsiteX3" fmla="*/ 0 w 136794"/>
                  <a:gd name="connsiteY3" fmla="*/ 15745 h 31489"/>
                  <a:gd name="connsiteX4" fmla="*/ 15745 w 136794"/>
                  <a:gd name="connsiteY4" fmla="*/ 0 h 31489"/>
                  <a:gd name="connsiteX5" fmla="*/ 121050 w 136794"/>
                  <a:gd name="connsiteY5" fmla="*/ 0 h 31489"/>
                  <a:gd name="connsiteX6" fmla="*/ 136794 w 136794"/>
                  <a:gd name="connsiteY6" fmla="*/ 15745 h 31489"/>
                  <a:gd name="connsiteX7" fmla="*/ 136794 w 136794"/>
                  <a:gd name="connsiteY7" fmla="*/ 15745 h 31489"/>
                  <a:gd name="connsiteX8" fmla="*/ 121050 w 136794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4" h="31489">
                    <a:moveTo>
                      <a:pt x="121050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50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794" y="24537"/>
                      <a:pt x="129637" y="31489"/>
                      <a:pt x="121050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3" name="Freeform 159">
                <a:extLst>
                  <a:ext uri="{FF2B5EF4-FFF2-40B4-BE49-F238E27FC236}">
                    <a16:creationId xmlns:a16="http://schemas.microsoft.com/office/drawing/2014/main" id="{3AC2C063-2A96-88FE-657E-CCF207E3D3FE}"/>
                  </a:ext>
                </a:extLst>
              </p:cNvPr>
              <p:cNvSpPr/>
              <p:nvPr/>
            </p:nvSpPr>
            <p:spPr>
              <a:xfrm>
                <a:off x="2578863" y="2807792"/>
                <a:ext cx="136794" cy="31489"/>
              </a:xfrm>
              <a:custGeom>
                <a:avLst/>
                <a:gdLst>
                  <a:gd name="connsiteX0" fmla="*/ 121050 w 136794"/>
                  <a:gd name="connsiteY0" fmla="*/ 31489 h 31489"/>
                  <a:gd name="connsiteX1" fmla="*/ 15745 w 136794"/>
                  <a:gd name="connsiteY1" fmla="*/ 31489 h 31489"/>
                  <a:gd name="connsiteX2" fmla="*/ 0 w 136794"/>
                  <a:gd name="connsiteY2" fmla="*/ 15745 h 31489"/>
                  <a:gd name="connsiteX3" fmla="*/ 0 w 136794"/>
                  <a:gd name="connsiteY3" fmla="*/ 15745 h 31489"/>
                  <a:gd name="connsiteX4" fmla="*/ 15745 w 136794"/>
                  <a:gd name="connsiteY4" fmla="*/ 0 h 31489"/>
                  <a:gd name="connsiteX5" fmla="*/ 121050 w 136794"/>
                  <a:gd name="connsiteY5" fmla="*/ 0 h 31489"/>
                  <a:gd name="connsiteX6" fmla="*/ 136794 w 136794"/>
                  <a:gd name="connsiteY6" fmla="*/ 15745 h 31489"/>
                  <a:gd name="connsiteX7" fmla="*/ 136794 w 136794"/>
                  <a:gd name="connsiteY7" fmla="*/ 15745 h 31489"/>
                  <a:gd name="connsiteX8" fmla="*/ 121050 w 136794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4" h="31489">
                    <a:moveTo>
                      <a:pt x="121050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50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794" y="24537"/>
                      <a:pt x="129637" y="31489"/>
                      <a:pt x="121050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4" name="Freeform 160">
                <a:extLst>
                  <a:ext uri="{FF2B5EF4-FFF2-40B4-BE49-F238E27FC236}">
                    <a16:creationId xmlns:a16="http://schemas.microsoft.com/office/drawing/2014/main" id="{9F0CED33-CFDA-F5D6-CB88-73E121A299EB}"/>
                  </a:ext>
                </a:extLst>
              </p:cNvPr>
              <p:cNvSpPr/>
              <p:nvPr/>
            </p:nvSpPr>
            <p:spPr>
              <a:xfrm>
                <a:off x="2867991" y="2807792"/>
                <a:ext cx="136794" cy="31489"/>
              </a:xfrm>
              <a:custGeom>
                <a:avLst/>
                <a:gdLst>
                  <a:gd name="connsiteX0" fmla="*/ 121049 w 136794"/>
                  <a:gd name="connsiteY0" fmla="*/ 31489 h 31489"/>
                  <a:gd name="connsiteX1" fmla="*/ 15745 w 136794"/>
                  <a:gd name="connsiteY1" fmla="*/ 31489 h 31489"/>
                  <a:gd name="connsiteX2" fmla="*/ 0 w 136794"/>
                  <a:gd name="connsiteY2" fmla="*/ 15745 h 31489"/>
                  <a:gd name="connsiteX3" fmla="*/ 0 w 136794"/>
                  <a:gd name="connsiteY3" fmla="*/ 15745 h 31489"/>
                  <a:gd name="connsiteX4" fmla="*/ 15745 w 136794"/>
                  <a:gd name="connsiteY4" fmla="*/ 0 h 31489"/>
                  <a:gd name="connsiteX5" fmla="*/ 121049 w 136794"/>
                  <a:gd name="connsiteY5" fmla="*/ 0 h 31489"/>
                  <a:gd name="connsiteX6" fmla="*/ 136794 w 136794"/>
                  <a:gd name="connsiteY6" fmla="*/ 15745 h 31489"/>
                  <a:gd name="connsiteX7" fmla="*/ 136794 w 136794"/>
                  <a:gd name="connsiteY7" fmla="*/ 15745 h 31489"/>
                  <a:gd name="connsiteX8" fmla="*/ 121049 w 136794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4" h="31489">
                    <a:moveTo>
                      <a:pt x="121049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49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590" y="24537"/>
                      <a:pt x="129637" y="31489"/>
                      <a:pt x="121049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</p:grpSp>
      <p:sp>
        <p:nvSpPr>
          <p:cNvPr id="411" name="Freeform 188">
            <a:extLst>
              <a:ext uri="{FF2B5EF4-FFF2-40B4-BE49-F238E27FC236}">
                <a16:creationId xmlns:a16="http://schemas.microsoft.com/office/drawing/2014/main" id="{C8D0B437-2B76-F190-8746-72214A143FBB}"/>
              </a:ext>
            </a:extLst>
          </p:cNvPr>
          <p:cNvSpPr>
            <a:spLocks noEditPoints="1"/>
          </p:cNvSpPr>
          <p:nvPr/>
        </p:nvSpPr>
        <p:spPr bwMode="auto">
          <a:xfrm>
            <a:off x="2279844" y="4110320"/>
            <a:ext cx="269875" cy="361950"/>
          </a:xfrm>
          <a:custGeom>
            <a:avLst/>
            <a:gdLst>
              <a:gd name="T0" fmla="*/ 70 w 72"/>
              <a:gd name="T1" fmla="*/ 92 h 96"/>
              <a:gd name="T2" fmla="*/ 64 w 72"/>
              <a:gd name="T3" fmla="*/ 92 h 96"/>
              <a:gd name="T4" fmla="*/ 64 w 72"/>
              <a:gd name="T5" fmla="*/ 78 h 96"/>
              <a:gd name="T6" fmla="*/ 64 w 72"/>
              <a:gd name="T7" fmla="*/ 74 h 96"/>
              <a:gd name="T8" fmla="*/ 46 w 72"/>
              <a:gd name="T9" fmla="*/ 48 h 96"/>
              <a:gd name="T10" fmla="*/ 64 w 72"/>
              <a:gd name="T11" fmla="*/ 22 h 96"/>
              <a:gd name="T12" fmla="*/ 64 w 72"/>
              <a:gd name="T13" fmla="*/ 4 h 96"/>
              <a:gd name="T14" fmla="*/ 70 w 72"/>
              <a:gd name="T15" fmla="*/ 4 h 96"/>
              <a:gd name="T16" fmla="*/ 72 w 72"/>
              <a:gd name="T17" fmla="*/ 2 h 96"/>
              <a:gd name="T18" fmla="*/ 70 w 72"/>
              <a:gd name="T19" fmla="*/ 0 h 96"/>
              <a:gd name="T20" fmla="*/ 62 w 72"/>
              <a:gd name="T21" fmla="*/ 0 h 96"/>
              <a:gd name="T22" fmla="*/ 10 w 72"/>
              <a:gd name="T23" fmla="*/ 0 h 96"/>
              <a:gd name="T24" fmla="*/ 2 w 72"/>
              <a:gd name="T25" fmla="*/ 0 h 96"/>
              <a:gd name="T26" fmla="*/ 0 w 72"/>
              <a:gd name="T27" fmla="*/ 2 h 96"/>
              <a:gd name="T28" fmla="*/ 2 w 72"/>
              <a:gd name="T29" fmla="*/ 4 h 96"/>
              <a:gd name="T30" fmla="*/ 8 w 72"/>
              <a:gd name="T31" fmla="*/ 4 h 96"/>
              <a:gd name="T32" fmla="*/ 8 w 72"/>
              <a:gd name="T33" fmla="*/ 22 h 96"/>
              <a:gd name="T34" fmla="*/ 26 w 72"/>
              <a:gd name="T35" fmla="*/ 48 h 96"/>
              <a:gd name="T36" fmla="*/ 8 w 72"/>
              <a:gd name="T37" fmla="*/ 74 h 96"/>
              <a:gd name="T38" fmla="*/ 8 w 72"/>
              <a:gd name="T39" fmla="*/ 78 h 96"/>
              <a:gd name="T40" fmla="*/ 8 w 72"/>
              <a:gd name="T41" fmla="*/ 92 h 96"/>
              <a:gd name="T42" fmla="*/ 2 w 72"/>
              <a:gd name="T43" fmla="*/ 92 h 96"/>
              <a:gd name="T44" fmla="*/ 0 w 72"/>
              <a:gd name="T45" fmla="*/ 94 h 96"/>
              <a:gd name="T46" fmla="*/ 2 w 72"/>
              <a:gd name="T47" fmla="*/ 96 h 96"/>
              <a:gd name="T48" fmla="*/ 10 w 72"/>
              <a:gd name="T49" fmla="*/ 96 h 96"/>
              <a:gd name="T50" fmla="*/ 62 w 72"/>
              <a:gd name="T51" fmla="*/ 96 h 96"/>
              <a:gd name="T52" fmla="*/ 70 w 72"/>
              <a:gd name="T53" fmla="*/ 96 h 96"/>
              <a:gd name="T54" fmla="*/ 72 w 72"/>
              <a:gd name="T55" fmla="*/ 94 h 96"/>
              <a:gd name="T56" fmla="*/ 70 w 72"/>
              <a:gd name="T57" fmla="*/ 92 h 96"/>
              <a:gd name="T58" fmla="*/ 17 w 72"/>
              <a:gd name="T59" fmla="*/ 36 h 96"/>
              <a:gd name="T60" fmla="*/ 12 w 72"/>
              <a:gd name="T61" fmla="*/ 22 h 96"/>
              <a:gd name="T62" fmla="*/ 12 w 72"/>
              <a:gd name="T63" fmla="*/ 4 h 96"/>
              <a:gd name="T64" fmla="*/ 60 w 72"/>
              <a:gd name="T65" fmla="*/ 4 h 96"/>
              <a:gd name="T66" fmla="*/ 60 w 72"/>
              <a:gd name="T67" fmla="*/ 22 h 96"/>
              <a:gd name="T68" fmla="*/ 55 w 72"/>
              <a:gd name="T69" fmla="*/ 36 h 96"/>
              <a:gd name="T70" fmla="*/ 17 w 72"/>
              <a:gd name="T71" fmla="*/ 36 h 96"/>
              <a:gd name="T72" fmla="*/ 60 w 72"/>
              <a:gd name="T73" fmla="*/ 76 h 96"/>
              <a:gd name="T74" fmla="*/ 49 w 72"/>
              <a:gd name="T75" fmla="*/ 76 h 96"/>
              <a:gd name="T76" fmla="*/ 37 w 72"/>
              <a:gd name="T77" fmla="*/ 65 h 96"/>
              <a:gd name="T78" fmla="*/ 35 w 72"/>
              <a:gd name="T79" fmla="*/ 65 h 96"/>
              <a:gd name="T80" fmla="*/ 23 w 72"/>
              <a:gd name="T81" fmla="*/ 76 h 96"/>
              <a:gd name="T82" fmla="*/ 12 w 72"/>
              <a:gd name="T83" fmla="*/ 76 h 96"/>
              <a:gd name="T84" fmla="*/ 12 w 72"/>
              <a:gd name="T85" fmla="*/ 74 h 96"/>
              <a:gd name="T86" fmla="*/ 36 w 72"/>
              <a:gd name="T87" fmla="*/ 50 h 96"/>
              <a:gd name="T88" fmla="*/ 60 w 72"/>
              <a:gd name="T89" fmla="*/ 74 h 96"/>
              <a:gd name="T90" fmla="*/ 60 w 72"/>
              <a:gd name="T91" fmla="*/ 76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</a:cxnLst>
            <a:rect l="0" t="0" r="r" b="b"/>
            <a:pathLst>
              <a:path w="72" h="96">
                <a:moveTo>
                  <a:pt x="70" y="92"/>
                </a:moveTo>
                <a:cubicBezTo>
                  <a:pt x="64" y="92"/>
                  <a:pt x="64" y="92"/>
                  <a:pt x="64" y="92"/>
                </a:cubicBezTo>
                <a:cubicBezTo>
                  <a:pt x="64" y="78"/>
                  <a:pt x="64" y="78"/>
                  <a:pt x="64" y="78"/>
                </a:cubicBezTo>
                <a:cubicBezTo>
                  <a:pt x="64" y="74"/>
                  <a:pt x="64" y="74"/>
                  <a:pt x="64" y="74"/>
                </a:cubicBezTo>
                <a:cubicBezTo>
                  <a:pt x="64" y="62"/>
                  <a:pt x="57" y="52"/>
                  <a:pt x="46" y="48"/>
                </a:cubicBezTo>
                <a:cubicBezTo>
                  <a:pt x="56" y="44"/>
                  <a:pt x="64" y="35"/>
                  <a:pt x="64" y="22"/>
                </a:cubicBezTo>
                <a:cubicBezTo>
                  <a:pt x="64" y="4"/>
                  <a:pt x="64" y="4"/>
                  <a:pt x="64" y="4"/>
                </a:cubicBezTo>
                <a:cubicBezTo>
                  <a:pt x="70" y="4"/>
                  <a:pt x="70" y="4"/>
                  <a:pt x="70" y="4"/>
                </a:cubicBezTo>
                <a:cubicBezTo>
                  <a:pt x="71" y="4"/>
                  <a:pt x="72" y="3"/>
                  <a:pt x="72" y="2"/>
                </a:cubicBezTo>
                <a:cubicBezTo>
                  <a:pt x="72" y="1"/>
                  <a:pt x="71" y="0"/>
                  <a:pt x="70" y="0"/>
                </a:cubicBezTo>
                <a:cubicBezTo>
                  <a:pt x="62" y="0"/>
                  <a:pt x="62" y="0"/>
                  <a:pt x="62" y="0"/>
                </a:cubicBezTo>
                <a:cubicBezTo>
                  <a:pt x="10" y="0"/>
                  <a:pt x="10" y="0"/>
                  <a:pt x="10" y="0"/>
                </a:cubicBezTo>
                <a:cubicBezTo>
                  <a:pt x="2" y="0"/>
                  <a:pt x="2" y="0"/>
                  <a:pt x="2" y="0"/>
                </a:cubicBezTo>
                <a:cubicBezTo>
                  <a:pt x="1" y="0"/>
                  <a:pt x="0" y="1"/>
                  <a:pt x="0" y="2"/>
                </a:cubicBezTo>
                <a:cubicBezTo>
                  <a:pt x="0" y="3"/>
                  <a:pt x="1" y="4"/>
                  <a:pt x="2" y="4"/>
                </a:cubicBezTo>
                <a:cubicBezTo>
                  <a:pt x="8" y="4"/>
                  <a:pt x="8" y="4"/>
                  <a:pt x="8" y="4"/>
                </a:cubicBezTo>
                <a:cubicBezTo>
                  <a:pt x="8" y="22"/>
                  <a:pt x="8" y="22"/>
                  <a:pt x="8" y="22"/>
                </a:cubicBezTo>
                <a:cubicBezTo>
                  <a:pt x="8" y="35"/>
                  <a:pt x="16" y="44"/>
                  <a:pt x="26" y="48"/>
                </a:cubicBezTo>
                <a:cubicBezTo>
                  <a:pt x="15" y="52"/>
                  <a:pt x="8" y="62"/>
                  <a:pt x="8" y="74"/>
                </a:cubicBezTo>
                <a:cubicBezTo>
                  <a:pt x="8" y="78"/>
                  <a:pt x="8" y="78"/>
                  <a:pt x="8" y="78"/>
                </a:cubicBezTo>
                <a:cubicBezTo>
                  <a:pt x="8" y="92"/>
                  <a:pt x="8" y="92"/>
                  <a:pt x="8" y="92"/>
                </a:cubicBezTo>
                <a:cubicBezTo>
                  <a:pt x="2" y="92"/>
                  <a:pt x="2" y="92"/>
                  <a:pt x="2" y="92"/>
                </a:cubicBezTo>
                <a:cubicBezTo>
                  <a:pt x="1" y="92"/>
                  <a:pt x="0" y="93"/>
                  <a:pt x="0" y="94"/>
                </a:cubicBezTo>
                <a:cubicBezTo>
                  <a:pt x="0" y="95"/>
                  <a:pt x="1" y="96"/>
                  <a:pt x="2" y="96"/>
                </a:cubicBezTo>
                <a:cubicBezTo>
                  <a:pt x="10" y="96"/>
                  <a:pt x="10" y="96"/>
                  <a:pt x="10" y="96"/>
                </a:cubicBezTo>
                <a:cubicBezTo>
                  <a:pt x="62" y="96"/>
                  <a:pt x="62" y="96"/>
                  <a:pt x="62" y="96"/>
                </a:cubicBezTo>
                <a:cubicBezTo>
                  <a:pt x="70" y="96"/>
                  <a:pt x="70" y="96"/>
                  <a:pt x="70" y="96"/>
                </a:cubicBezTo>
                <a:cubicBezTo>
                  <a:pt x="71" y="96"/>
                  <a:pt x="72" y="95"/>
                  <a:pt x="72" y="94"/>
                </a:cubicBezTo>
                <a:cubicBezTo>
                  <a:pt x="72" y="93"/>
                  <a:pt x="71" y="92"/>
                  <a:pt x="70" y="92"/>
                </a:cubicBezTo>
                <a:close/>
                <a:moveTo>
                  <a:pt x="17" y="36"/>
                </a:moveTo>
                <a:cubicBezTo>
                  <a:pt x="14" y="32"/>
                  <a:pt x="12" y="27"/>
                  <a:pt x="12" y="22"/>
                </a:cubicBezTo>
                <a:cubicBezTo>
                  <a:pt x="12" y="4"/>
                  <a:pt x="12" y="4"/>
                  <a:pt x="12" y="4"/>
                </a:cubicBezTo>
                <a:cubicBezTo>
                  <a:pt x="60" y="4"/>
                  <a:pt x="60" y="4"/>
                  <a:pt x="60" y="4"/>
                </a:cubicBezTo>
                <a:cubicBezTo>
                  <a:pt x="60" y="22"/>
                  <a:pt x="60" y="22"/>
                  <a:pt x="60" y="22"/>
                </a:cubicBezTo>
                <a:cubicBezTo>
                  <a:pt x="60" y="27"/>
                  <a:pt x="58" y="32"/>
                  <a:pt x="55" y="36"/>
                </a:cubicBezTo>
                <a:lnTo>
                  <a:pt x="17" y="36"/>
                </a:lnTo>
                <a:close/>
                <a:moveTo>
                  <a:pt x="60" y="76"/>
                </a:moveTo>
                <a:cubicBezTo>
                  <a:pt x="49" y="76"/>
                  <a:pt x="49" y="76"/>
                  <a:pt x="49" y="76"/>
                </a:cubicBezTo>
                <a:cubicBezTo>
                  <a:pt x="37" y="65"/>
                  <a:pt x="37" y="65"/>
                  <a:pt x="37" y="65"/>
                </a:cubicBezTo>
                <a:cubicBezTo>
                  <a:pt x="37" y="64"/>
                  <a:pt x="35" y="64"/>
                  <a:pt x="35" y="65"/>
                </a:cubicBezTo>
                <a:cubicBezTo>
                  <a:pt x="23" y="76"/>
                  <a:pt x="23" y="76"/>
                  <a:pt x="23" y="76"/>
                </a:cubicBezTo>
                <a:cubicBezTo>
                  <a:pt x="12" y="76"/>
                  <a:pt x="12" y="76"/>
                  <a:pt x="12" y="76"/>
                </a:cubicBezTo>
                <a:cubicBezTo>
                  <a:pt x="12" y="74"/>
                  <a:pt x="12" y="74"/>
                  <a:pt x="12" y="74"/>
                </a:cubicBezTo>
                <a:cubicBezTo>
                  <a:pt x="12" y="61"/>
                  <a:pt x="23" y="50"/>
                  <a:pt x="36" y="50"/>
                </a:cubicBezTo>
                <a:cubicBezTo>
                  <a:pt x="49" y="50"/>
                  <a:pt x="60" y="61"/>
                  <a:pt x="60" y="74"/>
                </a:cubicBezTo>
                <a:lnTo>
                  <a:pt x="60" y="76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2" name="Oval 31">
            <a:extLst>
              <a:ext uri="{FF2B5EF4-FFF2-40B4-BE49-F238E27FC236}">
                <a16:creationId xmlns:a16="http://schemas.microsoft.com/office/drawing/2014/main" id="{2B65C0A7-A285-58AA-A016-252964CD663F}"/>
              </a:ext>
            </a:extLst>
          </p:cNvPr>
          <p:cNvSpPr/>
          <p:nvPr/>
        </p:nvSpPr>
        <p:spPr>
          <a:xfrm>
            <a:off x="5916544" y="4212440"/>
            <a:ext cx="157711" cy="15771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13" name="Picture 2" descr="Awareness Icon 3053637">
            <a:extLst>
              <a:ext uri="{FF2B5EF4-FFF2-40B4-BE49-F238E27FC236}">
                <a16:creationId xmlns:a16="http://schemas.microsoft.com/office/drawing/2014/main" id="{06844B6D-FB51-E754-3444-99A0086F1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4992" y="1649216"/>
            <a:ext cx="802146" cy="802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4" name="Picture 4" descr="Idea Icon 2900895">
            <a:extLst>
              <a:ext uri="{FF2B5EF4-FFF2-40B4-BE49-F238E27FC236}">
                <a16:creationId xmlns:a16="http://schemas.microsoft.com/office/drawing/2014/main" id="{FB0B3E3E-CE28-BF71-DC86-F7319877B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1177" y="1495572"/>
            <a:ext cx="1022178" cy="1022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5" name="Picture 6" descr="think Icon 2900896">
            <a:extLst>
              <a:ext uri="{FF2B5EF4-FFF2-40B4-BE49-F238E27FC236}">
                <a16:creationId xmlns:a16="http://schemas.microsoft.com/office/drawing/2014/main" id="{9D848CD1-9FF5-284B-D830-30CC991EB9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35" y="1495572"/>
            <a:ext cx="1022178" cy="1022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" name="Picture 8" descr="report Icon 117253">
            <a:extLst>
              <a:ext uri="{FF2B5EF4-FFF2-40B4-BE49-F238E27FC236}">
                <a16:creationId xmlns:a16="http://schemas.microsoft.com/office/drawing/2014/main" id="{BCF27068-17EE-0999-5D2E-63B6C7ED6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8074" y="1675147"/>
            <a:ext cx="863394" cy="86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7" name="Picture 10" descr="Brain Icon 3322820">
            <a:extLst>
              <a:ext uri="{FF2B5EF4-FFF2-40B4-BE49-F238E27FC236}">
                <a16:creationId xmlns:a16="http://schemas.microsoft.com/office/drawing/2014/main" id="{195C832C-0903-1068-0EFC-3B0DB8FC54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6132" y="4623216"/>
            <a:ext cx="646332" cy="646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8" name="Picture 16" descr="NMAP ] [ 7.80 ] [ CLI ] Nmap is a utility for network exploration and  security auditing - Forum des NAS">
            <a:extLst>
              <a:ext uri="{FF2B5EF4-FFF2-40B4-BE49-F238E27FC236}">
                <a16:creationId xmlns:a16="http://schemas.microsoft.com/office/drawing/2014/main" id="{2F1F794D-6FBB-A1A3-8BAF-D1189649A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7025" y="4702593"/>
            <a:ext cx="646332" cy="646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9" name="AutoShape 20" descr="Burp suite professional">
            <a:extLst>
              <a:ext uri="{FF2B5EF4-FFF2-40B4-BE49-F238E27FC236}">
                <a16:creationId xmlns:a16="http://schemas.microsoft.com/office/drawing/2014/main" id="{533435E7-D4AF-5D95-6BDE-219681A76B8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15635" y="3203232"/>
            <a:ext cx="403508" cy="403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20" name="Image 419">
            <a:extLst>
              <a:ext uri="{FF2B5EF4-FFF2-40B4-BE49-F238E27FC236}">
                <a16:creationId xmlns:a16="http://schemas.microsoft.com/office/drawing/2014/main" id="{8D4DD8FE-9787-8130-7B8E-CC4390026A7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5952" y="4650347"/>
            <a:ext cx="556083" cy="549691"/>
          </a:xfrm>
          <a:prstGeom prst="rect">
            <a:avLst/>
          </a:prstGeom>
        </p:spPr>
      </p:pic>
      <p:pic>
        <p:nvPicPr>
          <p:cNvPr id="421" name="Picture 22">
            <a:extLst>
              <a:ext uri="{FF2B5EF4-FFF2-40B4-BE49-F238E27FC236}">
                <a16:creationId xmlns:a16="http://schemas.microsoft.com/office/drawing/2014/main" id="{BA01DCAC-F8A1-59ED-FD6F-252585DD1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6405" y="4884147"/>
            <a:ext cx="646333" cy="646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2" name="Picture 10" descr="Brain Icon 3322820">
            <a:extLst>
              <a:ext uri="{FF2B5EF4-FFF2-40B4-BE49-F238E27FC236}">
                <a16:creationId xmlns:a16="http://schemas.microsoft.com/office/drawing/2014/main" id="{B0EED596-857E-9C9B-F05A-75C98EC498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4560" y="4563873"/>
            <a:ext cx="646332" cy="646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3" name="Image 422">
            <a:extLst>
              <a:ext uri="{FF2B5EF4-FFF2-40B4-BE49-F238E27FC236}">
                <a16:creationId xmlns:a16="http://schemas.microsoft.com/office/drawing/2014/main" id="{A8C850B4-0F9C-81C6-512B-0001C91665A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687" y="4585853"/>
            <a:ext cx="556083" cy="549691"/>
          </a:xfrm>
          <a:prstGeom prst="rect">
            <a:avLst/>
          </a:prstGeom>
        </p:spPr>
      </p:pic>
      <p:sp>
        <p:nvSpPr>
          <p:cNvPr id="424" name="TextBox 18">
            <a:extLst>
              <a:ext uri="{FF2B5EF4-FFF2-40B4-BE49-F238E27FC236}">
                <a16:creationId xmlns:a16="http://schemas.microsoft.com/office/drawing/2014/main" id="{1FE73041-4B68-07D1-5525-800323845A1D}"/>
              </a:ext>
            </a:extLst>
          </p:cNvPr>
          <p:cNvSpPr txBox="1"/>
          <p:nvPr/>
        </p:nvSpPr>
        <p:spPr>
          <a:xfrm>
            <a:off x="9851063" y="4750172"/>
            <a:ext cx="155379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PTART</a:t>
            </a:r>
          </a:p>
        </p:txBody>
      </p:sp>
      <p:pic>
        <p:nvPicPr>
          <p:cNvPr id="425" name="Image 424">
            <a:extLst>
              <a:ext uri="{FF2B5EF4-FFF2-40B4-BE49-F238E27FC236}">
                <a16:creationId xmlns:a16="http://schemas.microsoft.com/office/drawing/2014/main" id="{2BBC9A87-C756-8C9A-ADFD-32589CBE334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660" y="5415706"/>
            <a:ext cx="628876" cy="395478"/>
          </a:xfrm>
          <a:prstGeom prst="rect">
            <a:avLst/>
          </a:prstGeom>
        </p:spPr>
      </p:pic>
      <p:sp>
        <p:nvSpPr>
          <p:cNvPr id="426" name="TextBox 18">
            <a:extLst>
              <a:ext uri="{FF2B5EF4-FFF2-40B4-BE49-F238E27FC236}">
                <a16:creationId xmlns:a16="http://schemas.microsoft.com/office/drawing/2014/main" id="{1AC9AD1F-C4AE-8E28-4529-179537E55D43}"/>
              </a:ext>
            </a:extLst>
          </p:cNvPr>
          <p:cNvSpPr txBox="1"/>
          <p:nvPr/>
        </p:nvSpPr>
        <p:spPr>
          <a:xfrm>
            <a:off x="3778017" y="5525387"/>
            <a:ext cx="155379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RedScan</a:t>
            </a: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427" name="Image 426">
            <a:extLst>
              <a:ext uri="{FF2B5EF4-FFF2-40B4-BE49-F238E27FC236}">
                <a16:creationId xmlns:a16="http://schemas.microsoft.com/office/drawing/2014/main" id="{A03C3C2B-FED7-F4F8-3778-ABA93DEF324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5659" y="4645125"/>
            <a:ext cx="628876" cy="395478"/>
          </a:xfrm>
          <a:prstGeom prst="rect">
            <a:avLst/>
          </a:prstGeom>
        </p:spPr>
      </p:pic>
      <p:pic>
        <p:nvPicPr>
          <p:cNvPr id="428" name="Picture 22">
            <a:extLst>
              <a:ext uri="{FF2B5EF4-FFF2-40B4-BE49-F238E27FC236}">
                <a16:creationId xmlns:a16="http://schemas.microsoft.com/office/drawing/2014/main" id="{01803F9A-E36A-783A-351B-5AF56823B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8190" y="4639246"/>
            <a:ext cx="646333" cy="646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9" name="Rectangle 428">
            <a:extLst>
              <a:ext uri="{FF2B5EF4-FFF2-40B4-BE49-F238E27FC236}">
                <a16:creationId xmlns:a16="http://schemas.microsoft.com/office/drawing/2014/main" id="{74F1D53A-EF16-D72D-0026-13CA291847E0}"/>
              </a:ext>
            </a:extLst>
          </p:cNvPr>
          <p:cNvSpPr/>
          <p:nvPr/>
        </p:nvSpPr>
        <p:spPr>
          <a:xfrm>
            <a:off x="1592702" y="1529360"/>
            <a:ext cx="3565937" cy="4647616"/>
          </a:xfrm>
          <a:prstGeom prst="rect">
            <a:avLst/>
          </a:prstGeom>
          <a:solidFill>
            <a:schemeClr val="bg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25000"/>
                  <a:lumOff val="75000"/>
                </a:schemeClr>
              </a:solidFill>
              <a:effectLst/>
              <a:highlight>
                <a:srgbClr val="C0C0C0"/>
              </a:highlight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0" name="Rectangle 429">
            <a:extLst>
              <a:ext uri="{FF2B5EF4-FFF2-40B4-BE49-F238E27FC236}">
                <a16:creationId xmlns:a16="http://schemas.microsoft.com/office/drawing/2014/main" id="{98C07C29-1706-02F3-912E-FBE193A85478}"/>
              </a:ext>
            </a:extLst>
          </p:cNvPr>
          <p:cNvSpPr/>
          <p:nvPr/>
        </p:nvSpPr>
        <p:spPr>
          <a:xfrm>
            <a:off x="7011494" y="1518534"/>
            <a:ext cx="2134843" cy="4647615"/>
          </a:xfrm>
          <a:prstGeom prst="rect">
            <a:avLst/>
          </a:prstGeom>
          <a:solidFill>
            <a:schemeClr val="bg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25000"/>
                  <a:lumOff val="75000"/>
                </a:schemeClr>
              </a:solidFill>
              <a:effectLst/>
              <a:highlight>
                <a:srgbClr val="C0C0C0"/>
              </a:highlight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449BF513-2E81-2540-8B54-01676EE4E1BF}"/>
              </a:ext>
            </a:extLst>
          </p:cNvPr>
          <p:cNvSpPr/>
          <p:nvPr/>
        </p:nvSpPr>
        <p:spPr>
          <a:xfrm>
            <a:off x="5152212" y="1522121"/>
            <a:ext cx="1889757" cy="4647615"/>
          </a:xfrm>
          <a:prstGeom prst="rect">
            <a:avLst/>
          </a:prstGeom>
          <a:solidFill>
            <a:schemeClr val="bg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25000"/>
                  <a:lumOff val="75000"/>
                </a:schemeClr>
              </a:solidFill>
              <a:effectLst/>
              <a:highlight>
                <a:srgbClr val="C0C0C0"/>
              </a:highlight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4C53B19A-BFC3-3EF4-2D6A-CF4463969790}"/>
              </a:ext>
            </a:extLst>
          </p:cNvPr>
          <p:cNvSpPr/>
          <p:nvPr/>
        </p:nvSpPr>
        <p:spPr>
          <a:xfrm>
            <a:off x="9112700" y="1522121"/>
            <a:ext cx="1769200" cy="4647615"/>
          </a:xfrm>
          <a:prstGeom prst="rect">
            <a:avLst/>
          </a:prstGeom>
          <a:solidFill>
            <a:schemeClr val="bg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25000"/>
                  <a:lumOff val="75000"/>
                </a:schemeClr>
              </a:solidFill>
              <a:effectLst/>
              <a:highlight>
                <a:srgbClr val="C0C0C0"/>
              </a:highlight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581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6" dur="1700"/>
                                        <p:tgtEl>
                                          <p:spTgt spid="4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699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1" dur="1700"/>
                                        <p:tgtEl>
                                          <p:spTgt spid="4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1699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1700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699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1700"/>
                                        <p:tgtEl>
                                          <p:spTgt spid="4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699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9" grpId="0" animBg="1"/>
      <p:bldP spid="430" grpId="0" animBg="1"/>
      <p:bldP spid="431" grpId="0" animBg="1"/>
      <p:bldP spid="4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/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kumimoji="0" lang="en" sz="6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OWASP</a:t>
            </a:r>
            <a:endParaRPr sz="6000" dirty="0">
              <a:solidFill>
                <a:schemeClr val="accent2"/>
              </a:solidFill>
            </a:endParaRPr>
          </a:p>
        </p:txBody>
      </p:sp>
      <p:sp>
        <p:nvSpPr>
          <p:cNvPr id="441" name="Google Shape;441;p29"/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60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/>
              <a:t>The </a:t>
            </a:r>
            <a:r>
              <a:rPr lang="en-GB" dirty="0">
                <a:solidFill>
                  <a:schemeClr val="accent3"/>
                </a:solidFill>
              </a:rPr>
              <a:t>Open Worldwide Application Security Project </a:t>
            </a:r>
            <a:r>
              <a:rPr lang="en-GB" dirty="0"/>
              <a:t>(OWASP) is a nonprofit foundation that works to improve the security of software 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  <a:endParaRPr lang="en-GB" dirty="0"/>
          </a:p>
        </p:txBody>
      </p:sp>
      <p:sp>
        <p:nvSpPr>
          <p:cNvPr id="4" name="Google Shape;418;p26">
            <a:extLst>
              <a:ext uri="{FF2B5EF4-FFF2-40B4-BE49-F238E27FC236}">
                <a16:creationId xmlns:a16="http://schemas.microsoft.com/office/drawing/2014/main" id="{49F448CE-AF27-6892-9E33-A0D13C3A061C}"/>
              </a:ext>
            </a:extLst>
          </p:cNvPr>
          <p:cNvSpPr txBox="1">
            <a:spLocks/>
          </p:cNvSpPr>
          <p:nvPr/>
        </p:nvSpPr>
        <p:spPr>
          <a:xfrm>
            <a:off x="1217558" y="2802840"/>
            <a:ext cx="10158654" cy="2533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OWASP Top 10:</a:t>
            </a:r>
            <a:r>
              <a:rPr lang="en-GB" dirty="0">
                <a:solidFill>
                  <a:schemeClr val="tx1"/>
                </a:solidFill>
              </a:rPr>
              <a:t> A list of most critical vuln for web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OWASP ASVS:</a:t>
            </a:r>
            <a:r>
              <a:rPr lang="en-GB" dirty="0">
                <a:solidFill>
                  <a:schemeClr val="tx1"/>
                </a:solidFill>
              </a:rPr>
              <a:t> A framework for verification.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OWASP WSTG:</a:t>
            </a:r>
            <a:r>
              <a:rPr lang="en-GB" dirty="0">
                <a:solidFill>
                  <a:schemeClr val="tx1"/>
                </a:solidFill>
              </a:rPr>
              <a:t> Web security Testing guide.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OWASP Projects : </a:t>
            </a:r>
            <a:r>
              <a:rPr lang="en-GB" dirty="0">
                <a:solidFill>
                  <a:schemeClr val="tx1"/>
                </a:solidFill>
              </a:rPr>
              <a:t>ZAP, Defect Dojo, ESAPI,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tx1"/>
                </a:solidFill>
              </a:rPr>
              <a:t>	     AMASS </a:t>
            </a:r>
            <a:r>
              <a:rPr lang="en-GB" dirty="0" err="1">
                <a:solidFill>
                  <a:schemeClr val="tx1"/>
                </a:solidFill>
              </a:rPr>
              <a:t>Depedency</a:t>
            </a:r>
            <a:r>
              <a:rPr lang="en-GB" dirty="0">
                <a:solidFill>
                  <a:schemeClr val="tx1"/>
                </a:solidFill>
              </a:rPr>
              <a:t> checks etc…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AF63BEE3-1952-E510-7C77-3F8EF72E8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8D6F132D-70A1-2FC6-5D91-753481FBCF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kumimoji="0" lang="en" sz="6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OWASP Top Ten </a:t>
            </a:r>
            <a:r>
              <a:rPr kumimoji="0" lang="en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(2017vs2021)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188887F-66AE-DBD3-5090-05105DB52A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4150" y="1975078"/>
            <a:ext cx="6684838" cy="4318143"/>
          </a:xfrm>
        </p:spPr>
        <p:txBody>
          <a:bodyPr/>
          <a:lstStyle/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A01:2021-</a:t>
            </a:r>
            <a:r>
              <a:rPr lang="en-GB" sz="1600" dirty="0">
                <a:solidFill>
                  <a:schemeClr val="tx1"/>
                </a:solidFill>
              </a:rPr>
              <a:t> Broken Access Control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A02:2021- </a:t>
            </a:r>
            <a:r>
              <a:rPr lang="en-GB" sz="1600" dirty="0">
                <a:solidFill>
                  <a:schemeClr val="tx1"/>
                </a:solidFill>
              </a:rPr>
              <a:t>Cryptographic Failures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A03:2021-</a:t>
            </a:r>
            <a:r>
              <a:rPr lang="en-GB" sz="1600" dirty="0">
                <a:solidFill>
                  <a:schemeClr val="tx1"/>
                </a:solidFill>
              </a:rPr>
              <a:t> Injection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A04:2021- </a:t>
            </a:r>
            <a:r>
              <a:rPr lang="en-GB" sz="1600" dirty="0">
                <a:solidFill>
                  <a:schemeClr val="tx1"/>
                </a:solidFill>
              </a:rPr>
              <a:t>Insecure Design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A05:2021-</a:t>
            </a:r>
            <a:r>
              <a:rPr lang="en-GB" sz="1600" dirty="0">
                <a:solidFill>
                  <a:schemeClr val="tx1"/>
                </a:solidFill>
              </a:rPr>
              <a:t> Security Misconfiguration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A06:2021- </a:t>
            </a:r>
            <a:r>
              <a:rPr lang="en-GB" sz="1600" dirty="0">
                <a:solidFill>
                  <a:schemeClr val="tx1"/>
                </a:solidFill>
              </a:rPr>
              <a:t>Vulnerable And out. Components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A07:2021- </a:t>
            </a:r>
            <a:r>
              <a:rPr lang="en-GB" sz="1600" dirty="0">
                <a:solidFill>
                  <a:schemeClr val="tx1"/>
                </a:solidFill>
              </a:rPr>
              <a:t>Ident. And </a:t>
            </a:r>
            <a:r>
              <a:rPr lang="en-GB" sz="1600" dirty="0" err="1">
                <a:solidFill>
                  <a:schemeClr val="tx1"/>
                </a:solidFill>
              </a:rPr>
              <a:t>Authent</a:t>
            </a:r>
            <a:r>
              <a:rPr lang="en-GB" sz="1600" dirty="0">
                <a:solidFill>
                  <a:schemeClr val="tx1"/>
                </a:solidFill>
              </a:rPr>
              <a:t>.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A08:2021- </a:t>
            </a:r>
            <a:r>
              <a:rPr lang="en-GB" sz="1600" dirty="0">
                <a:solidFill>
                  <a:schemeClr val="tx1"/>
                </a:solidFill>
              </a:rPr>
              <a:t>Soft. and Data Integrity.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A09:2021- </a:t>
            </a:r>
            <a:r>
              <a:rPr lang="en-GB" sz="1600" dirty="0">
                <a:solidFill>
                  <a:schemeClr val="tx1"/>
                </a:solidFill>
              </a:rPr>
              <a:t>Sec. Logging and Monitoring.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A10:2021- </a:t>
            </a:r>
            <a:r>
              <a:rPr lang="en-GB" sz="1600" dirty="0">
                <a:solidFill>
                  <a:schemeClr val="tx1"/>
                </a:solidFill>
              </a:rPr>
              <a:t>Server-Side Request Forgery</a:t>
            </a:r>
            <a:endParaRPr lang="en-GB" sz="1600" dirty="0">
              <a:solidFill>
                <a:schemeClr val="accent3"/>
              </a:solidFill>
            </a:endParaRPr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65843513-17F7-522B-73DA-B0F3C5E79545}"/>
              </a:ext>
            </a:extLst>
          </p:cNvPr>
          <p:cNvSpPr txBox="1">
            <a:spLocks/>
          </p:cNvSpPr>
          <p:nvPr/>
        </p:nvSpPr>
        <p:spPr>
          <a:xfrm>
            <a:off x="6096000" y="1975077"/>
            <a:ext cx="6684838" cy="4318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A01:2017-</a:t>
            </a:r>
            <a:r>
              <a:rPr lang="en-GB" sz="1600" dirty="0">
                <a:solidFill>
                  <a:schemeClr val="tx1"/>
                </a:solidFill>
              </a:rPr>
              <a:t> Injection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A02:2017-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Broken Authentication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A03:2017-</a:t>
            </a:r>
            <a:r>
              <a:rPr lang="en-GB" sz="1600" dirty="0">
                <a:solidFill>
                  <a:schemeClr val="tx1"/>
                </a:solidFill>
              </a:rPr>
              <a:t> Sensitive Data Exposure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A04:2017-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XML External Entities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A05:2017-</a:t>
            </a:r>
            <a:r>
              <a:rPr lang="en-GB" sz="1600" dirty="0">
                <a:solidFill>
                  <a:schemeClr val="tx1"/>
                </a:solidFill>
              </a:rPr>
              <a:t> Broken Access Control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A06:2017-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Security Misconfiguration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A07:2017-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Cross Site Scripting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A08:2017-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Insecure Deserialization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A09:2017-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Using Component with known vulns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>
                <a:solidFill>
                  <a:srgbClr val="7030A0"/>
                </a:solidFill>
              </a:rPr>
              <a:t>A10:2017-</a:t>
            </a:r>
            <a:r>
              <a:rPr lang="en-GB" sz="160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Insufficient Logging &amp; Monitoring</a:t>
            </a:r>
            <a:endParaRPr lang="en-GB" sz="16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9698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323DBB6E-7FDA-01C2-DAA8-0634C4238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B3553744-D020-A390-563B-89FFD39968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kumimoji="0" lang="en" sz="6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OWASP WSTG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BD6773C7-60CA-019C-2F7E-30DB73090E1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60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/>
              <a:t>Security testing will never be an exact science where a complete list of all possible issues that should be tested can be defined.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  <a:endParaRPr lang="en-GB" dirty="0"/>
          </a:p>
        </p:txBody>
      </p:sp>
      <p:sp>
        <p:nvSpPr>
          <p:cNvPr id="8" name="Google Shape;418;p26">
            <a:extLst>
              <a:ext uri="{FF2B5EF4-FFF2-40B4-BE49-F238E27FC236}">
                <a16:creationId xmlns:a16="http://schemas.microsoft.com/office/drawing/2014/main" id="{85B28EBB-BCB8-2D70-C0CC-C2DD096E71B5}"/>
              </a:ext>
            </a:extLst>
          </p:cNvPr>
          <p:cNvSpPr txBox="1">
            <a:spLocks/>
          </p:cNvSpPr>
          <p:nvPr/>
        </p:nvSpPr>
        <p:spPr>
          <a:xfrm>
            <a:off x="1217558" y="2802840"/>
            <a:ext cx="10158654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Consistent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Reproductible 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Rigorous 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Under quality control&lt;/li&gt;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</a:t>
            </a:r>
            <a:r>
              <a:rPr lang="en-GB" dirty="0">
                <a:solidFill>
                  <a:schemeClr val="tx1"/>
                </a:solidFill>
              </a:rPr>
              <a:t>Testing can be categorized as </a:t>
            </a:r>
            <a:r>
              <a:rPr lang="en-GB" dirty="0">
                <a:solidFill>
                  <a:schemeClr val="accent3"/>
                </a:solidFill>
              </a:rPr>
              <a:t>passive </a:t>
            </a:r>
            <a:r>
              <a:rPr lang="en-GB" dirty="0">
                <a:solidFill>
                  <a:schemeClr val="tx1"/>
                </a:solidFill>
              </a:rPr>
              <a:t>or</a:t>
            </a:r>
            <a:r>
              <a:rPr lang="en-GB" dirty="0">
                <a:solidFill>
                  <a:schemeClr val="accent3"/>
                </a:solidFill>
              </a:rPr>
              <a:t> active&lt;/li&gt;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2157974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8C4D475E-15A5-558F-8DE7-2CDD837C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7741FB0F-4045-B635-8DC2-1FA819FB5B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kumimoji="0" lang="en" sz="6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OWASP WSTG Passive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C1523BC2-9EF9-D05C-4FE6-804695CC4B6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60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During passive testing, a tester tries to understand the application's logic and explores the application as a user. At the end of this phase, the tester should generally understand all features of the system</a:t>
            </a:r>
            <a:r>
              <a:rPr lang="en-GB" dirty="0"/>
              <a:t>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</a:t>
            </a:r>
            <a:r>
              <a:rPr lang="en-GB" dirty="0">
                <a:effectLst/>
              </a:rPr>
              <a:t>For example, a tester may find a page at the following URL: 	`https://</a:t>
            </a:r>
            <a:r>
              <a:rPr lang="en-GB" dirty="0" err="1">
                <a:effectLst/>
              </a:rPr>
              <a:t>www.example.com</a:t>
            </a:r>
            <a:r>
              <a:rPr lang="en-GB" dirty="0">
                <a:effectLst/>
              </a:rPr>
              <a:t>/login/</a:t>
            </a:r>
            <a:r>
              <a:rPr lang="en-GB" dirty="0" err="1">
                <a:effectLst/>
              </a:rPr>
              <a:t>auth_form</a:t>
            </a:r>
            <a:r>
              <a:rPr lang="en-GB" dirty="0">
                <a:effectLst/>
              </a:rPr>
              <a:t>`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effectLst/>
              </a:rPr>
              <a:t>This may indicate an authentication form where the application requests a username and password.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effectLst/>
              </a:rPr>
              <a:t>In this case, the application shows two access points. All the input points found in this phase represent a target for testing</a:t>
            </a:r>
            <a:r>
              <a:rPr lang="en-GB" dirty="0"/>
              <a:t>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  <a:endParaRPr lang="en-GB" dirty="0"/>
          </a:p>
          <a:p>
            <a:pPr marL="0" indent="0">
              <a:spcAft>
                <a:spcPts val="2100"/>
              </a:spcAft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27884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17B147BD-3DAD-5B13-104D-BBDFCD1BB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9A938110-233A-1C84-C08E-D39B75457C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kumimoji="0" lang="en" sz="6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OWASP WSTG Active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75DDF300-4B86-C1F9-AA2E-441F3B1E5C9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During active testing, a tester begins to use the methodologies described in each sections.</a:t>
            </a:r>
            <a:r>
              <a:rPr lang="en-GB" dirty="0"/>
              <a:t>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&lt;p&gt;T</a:t>
            </a:r>
            <a:r>
              <a:rPr lang="en-GB" dirty="0">
                <a:effectLst/>
              </a:rPr>
              <a:t>he set of active tests was split into 12 categories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  <a:endParaRPr lang="en-GB" dirty="0"/>
          </a:p>
          <a:p>
            <a:pPr marL="0" indent="0">
              <a:spcAft>
                <a:spcPts val="2100"/>
              </a:spcAft>
            </a:pPr>
            <a:endParaRPr lang="en-GB" dirty="0"/>
          </a:p>
        </p:txBody>
      </p:sp>
      <p:sp>
        <p:nvSpPr>
          <p:cNvPr id="2" name="Google Shape;418;p26">
            <a:extLst>
              <a:ext uri="{FF2B5EF4-FFF2-40B4-BE49-F238E27FC236}">
                <a16:creationId xmlns:a16="http://schemas.microsoft.com/office/drawing/2014/main" id="{5BA44D0E-F847-E5BF-59DC-F23433674C4B}"/>
              </a:ext>
            </a:extLst>
          </p:cNvPr>
          <p:cNvSpPr txBox="1">
            <a:spLocks/>
          </p:cNvSpPr>
          <p:nvPr/>
        </p:nvSpPr>
        <p:spPr>
          <a:xfrm>
            <a:off x="1217558" y="3102883"/>
            <a:ext cx="10158654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Identity Management Testing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Input Validation Testing 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Business Logic Testing 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</a:t>
            </a:r>
            <a:r>
              <a:rPr lang="en-GB" dirty="0">
                <a:solidFill>
                  <a:schemeClr val="tx1"/>
                </a:solidFill>
              </a:rPr>
              <a:t>Etc… (</a:t>
            </a:r>
            <a:r>
              <a:rPr lang="en-GB" dirty="0">
                <a:solidFill>
                  <a:schemeClr val="tx1"/>
                </a:solidFill>
                <a:hlinkClick r:id="rId3"/>
              </a:rPr>
              <a:t>Sample</a:t>
            </a:r>
            <a:r>
              <a:rPr lang="en-GB" dirty="0">
                <a:solidFill>
                  <a:schemeClr val="tx1"/>
                </a:solidFill>
              </a:rPr>
              <a:t>)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8226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1302F1B8-1D16-D093-0CB2-9332100D3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984A39A5-DA8E-C484-EB8E-F15C729EE3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kumimoji="0" lang="en" sz="6000" b="1" i="0" u="none" strike="noStrike" kern="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Mitre</a:t>
            </a:r>
            <a:r>
              <a:rPr kumimoji="0" lang="en" sz="6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CWE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E0CEF457-3E46-0DAA-8B11-2439A44A8D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Common Weakness Enumeration </a:t>
            </a:r>
            <a:r>
              <a:rPr lang="en-GB" dirty="0">
                <a:effectLst/>
              </a:rPr>
              <a:t>is a community-developed list </a:t>
            </a:r>
            <a:r>
              <a:rPr lang="en-GB" dirty="0"/>
              <a:t>of software and hardware weaknesses.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</p:txBody>
      </p:sp>
      <p:sp>
        <p:nvSpPr>
          <p:cNvPr id="2" name="Google Shape;418;p26">
            <a:extLst>
              <a:ext uri="{FF2B5EF4-FFF2-40B4-BE49-F238E27FC236}">
                <a16:creationId xmlns:a16="http://schemas.microsoft.com/office/drawing/2014/main" id="{4608DAE5-40CE-9DB0-3CDE-63B6A31F8221}"/>
              </a:ext>
            </a:extLst>
          </p:cNvPr>
          <p:cNvSpPr txBox="1">
            <a:spLocks/>
          </p:cNvSpPr>
          <p:nvPr/>
        </p:nvSpPr>
        <p:spPr>
          <a:xfrm>
            <a:off x="1217558" y="2739812"/>
            <a:ext cx="10414148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Entries: </a:t>
            </a:r>
            <a:r>
              <a:rPr lang="en-GB" sz="1400" dirty="0">
                <a:solidFill>
                  <a:schemeClr val="tx1"/>
                </a:solidFill>
              </a:rPr>
              <a:t>(e.g., CWE-89 for SQL Injection, CWE-79 for Cross-Site Scripting).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Categories and Views: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(e.g., Input Validation, Resource Management).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Mitigations: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Recommendations for reducing/eliminating each weakness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. 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3"/>
              </a:rPr>
              <a:t>https://cwe.mitre.org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145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42B67176-2240-ED18-71A4-23BA7B059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4D3FA479-7374-DFE7-729A-247522F3B2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CVSS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B424A773-B861-5EEA-4C55-E8549AA8819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Common Vulnerability Scoring System: </a:t>
            </a:r>
            <a:r>
              <a:rPr lang="en-GB" dirty="0">
                <a:effectLst/>
              </a:rPr>
              <a:t>Standardized way to evaluate vulnerabilities based on their impact, exploitability, and environmental factors.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</p:txBody>
      </p:sp>
      <p:sp>
        <p:nvSpPr>
          <p:cNvPr id="2" name="Google Shape;418;p26">
            <a:extLst>
              <a:ext uri="{FF2B5EF4-FFF2-40B4-BE49-F238E27FC236}">
                <a16:creationId xmlns:a16="http://schemas.microsoft.com/office/drawing/2014/main" id="{66EE4B6D-57E5-44C1-1B66-3C698C7F1C4A}"/>
              </a:ext>
            </a:extLst>
          </p:cNvPr>
          <p:cNvSpPr txBox="1">
            <a:spLocks/>
          </p:cNvSpPr>
          <p:nvPr/>
        </p:nvSpPr>
        <p:spPr>
          <a:xfrm>
            <a:off x="1217558" y="3008753"/>
            <a:ext cx="10414148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/>
              <a:t>   </a:t>
            </a:r>
            <a:r>
              <a:rPr lang="en-GB" dirty="0">
                <a:solidFill>
                  <a:schemeClr val="accent3"/>
                </a:solidFill>
              </a:rPr>
              <a:t>&lt;li&gt; </a:t>
            </a:r>
            <a:r>
              <a:rPr lang="en-GB" sz="1800" dirty="0">
                <a:solidFill>
                  <a:schemeClr val="tx1"/>
                </a:solidFill>
              </a:rPr>
              <a:t>From </a:t>
            </a:r>
            <a:r>
              <a:rPr lang="en-GB" dirty="0">
                <a:solidFill>
                  <a:schemeClr val="accent3"/>
                </a:solidFill>
              </a:rPr>
              <a:t>0.0</a:t>
            </a:r>
            <a:r>
              <a:rPr lang="en-GB" sz="1800" dirty="0">
                <a:solidFill>
                  <a:schemeClr val="tx1"/>
                </a:solidFill>
              </a:rPr>
              <a:t> to </a:t>
            </a:r>
            <a:r>
              <a:rPr lang="en-GB" dirty="0">
                <a:solidFill>
                  <a:schemeClr val="accent3"/>
                </a:solidFill>
              </a:rPr>
              <a:t>10.0 </a:t>
            </a:r>
            <a:r>
              <a:rPr lang="en-GB" sz="1800" dirty="0">
                <a:solidFill>
                  <a:schemeClr val="tx1"/>
                </a:solidFill>
              </a:rPr>
              <a:t>: Ten is the most critical vulnerability.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  <a:endParaRPr lang="en-GB" dirty="0"/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Base Score: </a:t>
            </a:r>
            <a:r>
              <a:rPr lang="en-GB" sz="1400" dirty="0">
                <a:solidFill>
                  <a:schemeClr val="tx1"/>
                </a:solidFill>
              </a:rPr>
              <a:t>Represents the inherent characteristics of a vulnerability.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Temporal Score: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Adjust the base score using exploit and fix maturity.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Environmental Scope: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Based on orgs environment, considering global impacts on    	  assets and operations. 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v3.1 vs v4.0 :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3"/>
              </a:rPr>
              <a:t>https://www.first.org/cvss/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5310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D2D1C179-65A9-73CE-2255-2AFEEB337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7093A9E0-653F-AC77-0A9D-5F69397A72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CVSS v3.1 Base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9BE3F3-B982-CAA6-7D4F-58A1BEA80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084" y="1788459"/>
            <a:ext cx="6649832" cy="4174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965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FF943C67-C0B1-3F3A-683A-67B5398FC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B5629570-FB25-5E7A-052D-41A422E04A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CVSS v3.1 Temporal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1E68099-278C-1805-37CF-AB291FE3C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848971"/>
            <a:ext cx="77724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891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5A55C5FE-65D0-887F-DECA-D103F4DDD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4412B5C3-D77F-B286-4010-9B64EF3328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CVSS v3.1 Environmental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F4E2E20-7B7E-681B-FBFD-E7B9C61F14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608970"/>
            <a:ext cx="7772400" cy="4393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4580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>
          <a:extLst>
            <a:ext uri="{FF2B5EF4-FFF2-40B4-BE49-F238E27FC236}">
              <a16:creationId xmlns:a16="http://schemas.microsoft.com/office/drawing/2014/main" id="{6DE64B06-D4F0-6DEA-B2F2-FF36EED87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28">
            <a:extLst>
              <a:ext uri="{FF2B5EF4-FFF2-40B4-BE49-F238E27FC236}">
                <a16:creationId xmlns:a16="http://schemas.microsoft.com/office/drawing/2014/main" id="{F0360C66-071B-8BA7-F0D4-60982FDAB8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9250" y="2102125"/>
            <a:ext cx="10606800" cy="316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GB" dirty="0"/>
              <a:t>How would you evaluate a simple user SQL Injection on a PHP application ?</a:t>
            </a:r>
            <a:br>
              <a:rPr lang="en-GB" dirty="0"/>
            </a:br>
            <a:r>
              <a:rPr lang="en-GB" dirty="0"/>
              <a:t>(5min)</a:t>
            </a:r>
          </a:p>
        </p:txBody>
      </p:sp>
      <p:grpSp>
        <p:nvGrpSpPr>
          <p:cNvPr id="433" name="Google Shape;433;p28">
            <a:extLst>
              <a:ext uri="{FF2B5EF4-FFF2-40B4-BE49-F238E27FC236}">
                <a16:creationId xmlns:a16="http://schemas.microsoft.com/office/drawing/2014/main" id="{611181D9-35B3-E5ED-FBCA-92A511498E8B}"/>
              </a:ext>
            </a:extLst>
          </p:cNvPr>
          <p:cNvGrpSpPr/>
          <p:nvPr/>
        </p:nvGrpSpPr>
        <p:grpSpPr>
          <a:xfrm rot="10800000">
            <a:off x="5477077" y="954626"/>
            <a:ext cx="1237846" cy="872004"/>
            <a:chOff x="621403" y="597265"/>
            <a:chExt cx="1588204" cy="1118814"/>
          </a:xfrm>
        </p:grpSpPr>
        <p:sp>
          <p:nvSpPr>
            <p:cNvPr id="434" name="Google Shape;434;p28">
              <a:extLst>
                <a:ext uri="{FF2B5EF4-FFF2-40B4-BE49-F238E27FC236}">
                  <a16:creationId xmlns:a16="http://schemas.microsoft.com/office/drawing/2014/main" id="{7DF99326-2B61-65F8-9B45-4AA9EE4BD444}"/>
                </a:ext>
              </a:extLst>
            </p:cNvPr>
            <p:cNvSpPr/>
            <p:nvPr/>
          </p:nvSpPr>
          <p:spPr>
            <a:xfrm>
              <a:off x="1448058" y="597265"/>
              <a:ext cx="761549" cy="1118814"/>
            </a:xfrm>
            <a:custGeom>
              <a:avLst/>
              <a:gdLst/>
              <a:ahLst/>
              <a:cxnLst/>
              <a:rect l="l" t="t" r="r" b="b"/>
              <a:pathLst>
                <a:path w="761549" h="1118814" extrusionOk="0">
                  <a:moveTo>
                    <a:pt x="-524" y="1117297"/>
                  </a:moveTo>
                  <a:lnTo>
                    <a:pt x="-524" y="996558"/>
                  </a:lnTo>
                  <a:cubicBezTo>
                    <a:pt x="160246" y="977266"/>
                    <a:pt x="278895" y="901864"/>
                    <a:pt x="338058" y="740612"/>
                  </a:cubicBezTo>
                  <a:cubicBezTo>
                    <a:pt x="312656" y="732412"/>
                    <a:pt x="292400" y="726464"/>
                    <a:pt x="272463" y="719551"/>
                  </a:cubicBezTo>
                  <a:cubicBezTo>
                    <a:pt x="93848" y="657011"/>
                    <a:pt x="-5830" y="480325"/>
                    <a:pt x="31308" y="291741"/>
                  </a:cubicBezTo>
                  <a:cubicBezTo>
                    <a:pt x="64909" y="120199"/>
                    <a:pt x="237095" y="-11311"/>
                    <a:pt x="412334" y="425"/>
                  </a:cubicBezTo>
                  <a:cubicBezTo>
                    <a:pt x="596255" y="11358"/>
                    <a:pt x="744051" y="156019"/>
                    <a:pt x="758954" y="339651"/>
                  </a:cubicBezTo>
                  <a:cubicBezTo>
                    <a:pt x="792877" y="741255"/>
                    <a:pt x="404456" y="1143502"/>
                    <a:pt x="-524" y="1117297"/>
                  </a:cubicBezTo>
                  <a:close/>
                </a:path>
              </a:pathLst>
            </a:cu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28">
              <a:extLst>
                <a:ext uri="{FF2B5EF4-FFF2-40B4-BE49-F238E27FC236}">
                  <a16:creationId xmlns:a16="http://schemas.microsoft.com/office/drawing/2014/main" id="{8CD57E9A-262B-EC1D-3ECE-35F7988BD4C8}"/>
                </a:ext>
              </a:extLst>
            </p:cNvPr>
            <p:cNvSpPr/>
            <p:nvPr/>
          </p:nvSpPr>
          <p:spPr>
            <a:xfrm>
              <a:off x="621403" y="597265"/>
              <a:ext cx="761549" cy="1118814"/>
            </a:xfrm>
            <a:custGeom>
              <a:avLst/>
              <a:gdLst/>
              <a:ahLst/>
              <a:cxnLst/>
              <a:rect l="l" t="t" r="r" b="b"/>
              <a:pathLst>
                <a:path w="761549" h="1118814" extrusionOk="0">
                  <a:moveTo>
                    <a:pt x="-524" y="1117297"/>
                  </a:moveTo>
                  <a:lnTo>
                    <a:pt x="-524" y="996558"/>
                  </a:lnTo>
                  <a:cubicBezTo>
                    <a:pt x="160246" y="977266"/>
                    <a:pt x="278895" y="901864"/>
                    <a:pt x="338058" y="740612"/>
                  </a:cubicBezTo>
                  <a:cubicBezTo>
                    <a:pt x="312656" y="732412"/>
                    <a:pt x="292400" y="726464"/>
                    <a:pt x="272463" y="719551"/>
                  </a:cubicBezTo>
                  <a:cubicBezTo>
                    <a:pt x="93848" y="657011"/>
                    <a:pt x="-5830" y="480325"/>
                    <a:pt x="31308" y="291741"/>
                  </a:cubicBezTo>
                  <a:cubicBezTo>
                    <a:pt x="64909" y="120199"/>
                    <a:pt x="237095" y="-11311"/>
                    <a:pt x="412334" y="425"/>
                  </a:cubicBezTo>
                  <a:cubicBezTo>
                    <a:pt x="596255" y="11358"/>
                    <a:pt x="744051" y="156019"/>
                    <a:pt x="758954" y="339651"/>
                  </a:cubicBezTo>
                  <a:cubicBezTo>
                    <a:pt x="792877" y="741255"/>
                    <a:pt x="404456" y="1143502"/>
                    <a:pt x="-524" y="1117297"/>
                  </a:cubicBezTo>
                  <a:close/>
                </a:path>
              </a:pathLst>
            </a:cu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69120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6904D198-6911-C35A-A79A-8ADB04EF7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31DE7E45-DA50-3BE9-ACEE-4C27C836E7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CVSS v4.0 Base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FCBA7B2-0B1D-55C1-AE7F-1C5D414EC8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0341" y="1635518"/>
            <a:ext cx="4491318" cy="433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708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48B93868-068A-4A87-CE7E-B81978F36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E273BCE4-1360-6A98-7B89-48BEA7F074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CVE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33BA52C2-1B77-145F-5D6B-36E5124CFAB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Common Vulnerabilities and Exposure: </a:t>
            </a:r>
            <a:r>
              <a:rPr lang="en-GB" dirty="0">
                <a:effectLst/>
              </a:rPr>
              <a:t>Standardized list of publicly known cybersecurity vulnerabilities. Helps identify, track, and communicate information about security vulnerabilities.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sp>
        <p:nvSpPr>
          <p:cNvPr id="2" name="Google Shape;418;p26">
            <a:extLst>
              <a:ext uri="{FF2B5EF4-FFF2-40B4-BE49-F238E27FC236}">
                <a16:creationId xmlns:a16="http://schemas.microsoft.com/office/drawing/2014/main" id="{643AC806-D5F5-1156-55C7-A7F584828984}"/>
              </a:ext>
            </a:extLst>
          </p:cNvPr>
          <p:cNvSpPr txBox="1">
            <a:spLocks/>
          </p:cNvSpPr>
          <p:nvPr/>
        </p:nvSpPr>
        <p:spPr>
          <a:xfrm>
            <a:off x="1217558" y="3008753"/>
            <a:ext cx="10414148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CVE ID: </a:t>
            </a:r>
            <a:r>
              <a:rPr lang="en-GB" sz="1400" dirty="0">
                <a:solidFill>
                  <a:schemeClr val="tx1"/>
                </a:solidFill>
              </a:rPr>
              <a:t>Unique identifier for each vulnerability (e.g., CVE-2023-5122)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Description: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Summary of the vulnerability, including affected systems and 				 potential impact.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References: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Links to additional resources such as advisories, patches, and 			        technical details. 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3"/>
              </a:rPr>
              <a:t>https://cve.mitre.org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85275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A1DC685F-24DE-DD12-0D8F-092798FC4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9782822C-3EF3-4C84-CBDE-BFC472848B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GOOD CVE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C6C8498-9CA4-F4A4-B9FF-36261F9EF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2247" y="1603330"/>
            <a:ext cx="8507506" cy="452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2392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43630C83-3092-52DF-C83E-270D7450A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14F79EE5-A499-08C0-A587-E181E91C5D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BAD CVE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E0D7205E-35EB-1AEA-9CD7-D3CFC3E97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733761"/>
            <a:ext cx="7772400" cy="4170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598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0C79D393-9377-22A0-46F4-729507BFF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7139A05C-2550-8168-E705-1A9F1D6ADA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Declare a CVE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72C9C7AD-8B9B-D439-0DF4-24B2F29C74C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CVE entries can only be published by organizations designated as </a:t>
            </a:r>
            <a:r>
              <a:rPr lang="en-GB" dirty="0">
                <a:solidFill>
                  <a:schemeClr val="accent3"/>
                </a:solidFill>
              </a:rPr>
              <a:t>CVE Numbering Authorities (CNAs). </a:t>
            </a:r>
            <a:r>
              <a:rPr lang="en-GB" dirty="0">
                <a:effectLst/>
              </a:rPr>
              <a:t>Currently 416 CAN are registered 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sp>
        <p:nvSpPr>
          <p:cNvPr id="2" name="Google Shape;418;p26">
            <a:extLst>
              <a:ext uri="{FF2B5EF4-FFF2-40B4-BE49-F238E27FC236}">
                <a16:creationId xmlns:a16="http://schemas.microsoft.com/office/drawing/2014/main" id="{BC22BEE7-14E6-0380-A40A-F0CA765C67BA}"/>
              </a:ext>
            </a:extLst>
          </p:cNvPr>
          <p:cNvSpPr txBox="1">
            <a:spLocks/>
          </p:cNvSpPr>
          <p:nvPr/>
        </p:nvSpPr>
        <p:spPr>
          <a:xfrm>
            <a:off x="1217557" y="2618788"/>
            <a:ext cx="10629301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Vendors and Software Maintainers: </a:t>
            </a:r>
            <a:r>
              <a:rPr lang="en-GB" sz="1400" dirty="0">
                <a:solidFill>
                  <a:schemeClr val="tx1"/>
                </a:solidFill>
              </a:rPr>
              <a:t>(e.g., Google, MS, Adobe, etc..)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CERTs: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Organizations like CERT/CC and national CERTs (e.g., US-CERT, JPCERT)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Third-Party CNAs: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Security organizations and companies,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400" dirty="0">
                <a:solidFill>
                  <a:srgbClr val="FFFFFF"/>
                </a:solidFill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			      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such as Rapid7 or Tenable. 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CNA of Last Resort: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The CVE Program has a CNA of Last Resort, typically managed   	                           by the MITRE Corporation 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  <p:pic>
        <p:nvPicPr>
          <p:cNvPr id="2050" name="Picture 2" descr="May the force be with you - Imgflip">
            <a:extLst>
              <a:ext uri="{FF2B5EF4-FFF2-40B4-BE49-F238E27FC236}">
                <a16:creationId xmlns:a16="http://schemas.microsoft.com/office/drawing/2014/main" id="{C18F236E-DE90-49AC-AE0C-6368D59A8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7837" y="2185256"/>
            <a:ext cx="2876325" cy="3307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1888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507D4E88-BB7F-2EE4-6834-85E80C803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F8B4E5DB-4F53-C8EA-AB47-51E6D2358B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Vulnerability Market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3074" name="Picture 2" descr="Markets and stakeholders related with zero-days. | Download Scientific  Diagram">
            <a:extLst>
              <a:ext uri="{FF2B5EF4-FFF2-40B4-BE49-F238E27FC236}">
                <a16:creationId xmlns:a16="http://schemas.microsoft.com/office/drawing/2014/main" id="{864F2124-F821-D7E8-3FAF-E4ED1ED639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3575" y="1613646"/>
            <a:ext cx="4004849" cy="4450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2240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F9478A57-86C5-4EBF-8D6A-3B771789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812A8657-03D6-0513-B532-BD4D0591AA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Gray Market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2" name="Google Shape;441;p29">
            <a:extLst>
              <a:ext uri="{FF2B5EF4-FFF2-40B4-BE49-F238E27FC236}">
                <a16:creationId xmlns:a16="http://schemas.microsoft.com/office/drawing/2014/main" id="{6CEAE3A2-AE78-72F6-08E4-513CDEB4967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A </a:t>
            </a:r>
            <a:r>
              <a:rPr lang="en-GB" dirty="0">
                <a:solidFill>
                  <a:schemeClr val="accent3"/>
                </a:solidFill>
              </a:rPr>
              <a:t>market</a:t>
            </a:r>
            <a:r>
              <a:rPr lang="en-GB" dirty="0">
                <a:effectLst/>
              </a:rPr>
              <a:t> where security researchers sell zero-day vulnerabilities and exploits to companies or governments rather than publicly disclosing them or reporting to the affected vendor.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sp>
        <p:nvSpPr>
          <p:cNvPr id="3" name="Google Shape;418;p26">
            <a:extLst>
              <a:ext uri="{FF2B5EF4-FFF2-40B4-BE49-F238E27FC236}">
                <a16:creationId xmlns:a16="http://schemas.microsoft.com/office/drawing/2014/main" id="{A9B1CB2C-7FE0-0750-3C9C-B26DAE474553}"/>
              </a:ext>
            </a:extLst>
          </p:cNvPr>
          <p:cNvSpPr txBox="1">
            <a:spLocks/>
          </p:cNvSpPr>
          <p:nvPr/>
        </p:nvSpPr>
        <p:spPr>
          <a:xfrm>
            <a:off x="1217558" y="3008753"/>
            <a:ext cx="10414148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Higher Rewards $$$$</a:t>
            </a:r>
            <a:r>
              <a:rPr lang="en-GB" sz="1400" dirty="0">
                <a:solidFill>
                  <a:schemeClr val="tx1"/>
                </a:solidFill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Questionable Ethics: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Who bought ? and how your exploit will be used ?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Difficult targets: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IOS, Android, Windows, Routers, Mail, Apache etc… 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3"/>
              </a:rPr>
              <a:t>https://zerodium.</a:t>
            </a:r>
            <a:r>
              <a:rPr lang="fr-FR" dirty="0">
                <a:solidFill>
                  <a:srgbClr val="0E0E0E"/>
                </a:solidFill>
                <a:latin typeface=".SF NS"/>
                <a:hlinkClick r:id="rId3"/>
              </a:rPr>
              <a:t>com, https://www.crowdfense.com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31755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A09EFFD3-F0CF-5A22-8200-478D2A6E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200E016C-4450-4308-8D5D-F4F14A1D79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Gray Market $$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2458A17-874C-B690-DCF0-6C26704F8B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4419" y="1469035"/>
            <a:ext cx="5623162" cy="4695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25172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9E3AF0B3-ECC9-9F3E-AC4E-35795D5B6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BF50608D-5417-12BF-5FB6-9AC9DE530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Gray Market $$$$$$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903B981-B47F-E1C0-305E-B9D9E8EBA2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0704" y="1541607"/>
            <a:ext cx="6250592" cy="4574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03063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6D5FD11E-A302-7D18-F40D-31DDE5FB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EA42754E-7E35-A18C-B30D-44FB31724E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Bug Bounties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2" name="Google Shape;441;p29">
            <a:extLst>
              <a:ext uri="{FF2B5EF4-FFF2-40B4-BE49-F238E27FC236}">
                <a16:creationId xmlns:a16="http://schemas.microsoft.com/office/drawing/2014/main" id="{1CD2D720-00FB-B7CC-7358-991EB3B5AD8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A </a:t>
            </a:r>
            <a:r>
              <a:rPr lang="en-GB" dirty="0">
                <a:solidFill>
                  <a:schemeClr val="accent3"/>
                </a:solidFill>
              </a:rPr>
              <a:t>program</a:t>
            </a:r>
            <a:r>
              <a:rPr lang="en-GB" dirty="0">
                <a:effectLst/>
              </a:rPr>
              <a:t> that encourages security researchers and ethical hackers to find and report vulnerabilities in exchange for rewards 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sp>
        <p:nvSpPr>
          <p:cNvPr id="3" name="Google Shape;418;p26">
            <a:extLst>
              <a:ext uri="{FF2B5EF4-FFF2-40B4-BE49-F238E27FC236}">
                <a16:creationId xmlns:a16="http://schemas.microsoft.com/office/drawing/2014/main" id="{A56DD106-4317-7C0C-BBEC-8800DE529D67}"/>
              </a:ext>
            </a:extLst>
          </p:cNvPr>
          <p:cNvSpPr txBox="1">
            <a:spLocks/>
          </p:cNvSpPr>
          <p:nvPr/>
        </p:nvSpPr>
        <p:spPr>
          <a:xfrm>
            <a:off x="1217558" y="2870075"/>
            <a:ext cx="10414148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Rewards/Swags/Nothing&lt;/li&gt;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Ethical: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Improve overall security of products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Accessible to all: </a:t>
            </a:r>
            <a:r>
              <a:rPr lang="en-GB" sz="1400" dirty="0">
                <a:solidFill>
                  <a:srgbClr val="FFFFFF"/>
                </a:solidFill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Y</a:t>
            </a:r>
            <a:r>
              <a:rPr kumimoji="0" lang="en-GB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ou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 can </a:t>
            </a:r>
            <a:r>
              <a:rPr lang="en-GB" sz="1400" dirty="0">
                <a:solidFill>
                  <a:srgbClr val="FFFFFF"/>
                </a:solidFill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try it !!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fr-FR" dirty="0" err="1">
                <a:solidFill>
                  <a:srgbClr val="0E0E0E"/>
                </a:solidFill>
                <a:effectLst/>
                <a:latin typeface=".SF NS"/>
                <a:hlinkClick r:id="rId3"/>
              </a:rPr>
              <a:t>Hackerone</a:t>
            </a:r>
            <a:r>
              <a:rPr lang="fr-FR" dirty="0">
                <a:solidFill>
                  <a:srgbClr val="0E0E0E"/>
                </a:solidFill>
                <a:latin typeface=".SF NS"/>
              </a:rPr>
              <a:t>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4"/>
              </a:rPr>
              <a:t>Bugcrowd</a:t>
            </a:r>
            <a:r>
              <a:rPr lang="fr-FR" dirty="0">
                <a:solidFill>
                  <a:srgbClr val="0E0E0E"/>
                </a:solidFill>
                <a:latin typeface=".SF NS"/>
              </a:rPr>
              <a:t>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5"/>
              </a:rPr>
              <a:t>Intigriti</a:t>
            </a:r>
            <a:r>
              <a:rPr lang="fr-FR" dirty="0">
                <a:solidFill>
                  <a:srgbClr val="0E0E0E"/>
                </a:solidFill>
                <a:latin typeface=".SF NS"/>
              </a:rPr>
              <a:t>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6"/>
              </a:rPr>
              <a:t>YesWeHack</a:t>
            </a:r>
            <a:r>
              <a:rPr lang="fr-FR" dirty="0">
                <a:solidFill>
                  <a:srgbClr val="0E0E0E"/>
                </a:solidFill>
                <a:latin typeface=".SF NS"/>
              </a:rPr>
              <a:t>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7"/>
              </a:rPr>
              <a:t>MSRC</a:t>
            </a:r>
            <a:r>
              <a:rPr lang="fr-FR" dirty="0">
                <a:solidFill>
                  <a:srgbClr val="0E0E0E"/>
                </a:solidFill>
                <a:latin typeface=".SF NS"/>
              </a:rPr>
              <a:t>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8"/>
              </a:rPr>
              <a:t>Google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</a:rPr>
              <a:t>  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41318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85E016F2-2FA2-1DC4-6681-7BB4ECCC5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002FD1BB-A255-D82C-47EB-62407B0FED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Warning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2" name="Google Shape;441;p29">
            <a:extLst>
              <a:ext uri="{FF2B5EF4-FFF2-40B4-BE49-F238E27FC236}">
                <a16:creationId xmlns:a16="http://schemas.microsoft.com/office/drawing/2014/main" id="{C6A7C557-E5D8-6BD1-C518-44A989D0AC1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Bug bounties</a:t>
            </a:r>
            <a:r>
              <a:rPr lang="en-GB" dirty="0">
                <a:effectLst/>
              </a:rPr>
              <a:t> could be considered as pyramidal systems. New programs are generally open to top hackers first allowing them to increase scoreboard gap.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According statistics, the average bounty for a critical is </a:t>
            </a:r>
            <a:r>
              <a:rPr lang="en-GB" dirty="0">
                <a:solidFill>
                  <a:schemeClr val="accent3"/>
                </a:solidFill>
              </a:rPr>
              <a:t>3650$ </a:t>
            </a:r>
            <a:r>
              <a:rPr lang="en-GB" dirty="0">
                <a:effectLst/>
              </a:rPr>
              <a:t>even if the amount could appear important, you must consider taxes from the payout.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Some programs are unfair: </a:t>
            </a:r>
            <a:r>
              <a:rPr lang="en-GB" dirty="0">
                <a:solidFill>
                  <a:schemeClr val="accent3"/>
                </a:solidFill>
              </a:rPr>
              <a:t>Inconsistent Payout, Lack of clear scope/rules, Duplicate reports, Triage hell</a:t>
            </a:r>
            <a:r>
              <a:rPr lang="en-GB" dirty="0">
                <a:effectLst/>
              </a:rPr>
              <a:t>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Time to reward could be long.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  <a:p>
            <a:pPr marL="0" indent="0"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  <a:p>
            <a:pPr marL="0" indent="0"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  <a:p>
            <a:pPr marL="0" indent="0"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  <a:p>
            <a:pPr marL="0" indent="0"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</a:t>
            </a:r>
            <a:endParaRPr lang="en-GB" dirty="0">
              <a:effectLst/>
            </a:endParaRPr>
          </a:p>
        </p:txBody>
      </p:sp>
      <p:pic>
        <p:nvPicPr>
          <p:cNvPr id="4100" name="Picture 4" descr="Warning Sign - Biological Hazard">
            <a:extLst>
              <a:ext uri="{FF2B5EF4-FFF2-40B4-BE49-F238E27FC236}">
                <a16:creationId xmlns:a16="http://schemas.microsoft.com/office/drawing/2014/main" id="{A9F87540-8F92-271C-771C-795180604D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24" t="8689" r="19399" b="8689"/>
          <a:stretch/>
        </p:blipFill>
        <p:spPr bwMode="auto">
          <a:xfrm>
            <a:off x="10422134" y="277318"/>
            <a:ext cx="1085716" cy="1461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79843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4887C904-B737-CB51-E5FC-72CA680F3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DB776BE2-32B1-0F70-1A3F-6557F2A007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Study Case : Grafana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2" name="Google Shape;441;p29">
            <a:extLst>
              <a:ext uri="{FF2B5EF4-FFF2-40B4-BE49-F238E27FC236}">
                <a16:creationId xmlns:a16="http://schemas.microsoft.com/office/drawing/2014/main" id="{CE99A360-95FD-6C81-9132-4AC3D1CD203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A </a:t>
            </a:r>
            <a:r>
              <a:rPr lang="en-GB" dirty="0">
                <a:solidFill>
                  <a:schemeClr val="accent3"/>
                </a:solidFill>
              </a:rPr>
              <a:t>Michelin CERT</a:t>
            </a:r>
            <a:r>
              <a:rPr lang="en-GB" dirty="0">
                <a:effectLst/>
              </a:rPr>
              <a:t> reported </a:t>
            </a:r>
            <a:r>
              <a:rPr lang="en-GB" dirty="0"/>
              <a:t>a “high” vulnerability on Grafana JSON plugins and a “medium” vulnerability on Grafana core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313F55B-B49A-A755-85C7-67D447062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205" y="2663629"/>
            <a:ext cx="5769566" cy="3293038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7AC680C-8B0E-11A6-9781-8E4EEE38B4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424" y="2733349"/>
            <a:ext cx="5962371" cy="315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7413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8389758D-F567-5967-5A43-6751339B8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062A7744-D6C3-662E-8A11-5E5B93C6FF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Study Case : MSRC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2" name="Google Shape;441;p29">
            <a:extLst>
              <a:ext uri="{FF2B5EF4-FFF2-40B4-BE49-F238E27FC236}">
                <a16:creationId xmlns:a16="http://schemas.microsoft.com/office/drawing/2014/main" id="{F5A552FC-0692-5459-B38D-F1A4DA480F5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MSRC </a:t>
            </a:r>
            <a:r>
              <a:rPr lang="en-GB" dirty="0">
                <a:effectLst/>
              </a:rPr>
              <a:t>bug bounty programs </a:t>
            </a:r>
            <a:r>
              <a:rPr lang="en-GB" dirty="0"/>
              <a:t>response is often considered as a bad program, here the timeline of vulnerability disclosure on XXXX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sp>
        <p:nvSpPr>
          <p:cNvPr id="3" name="Google Shape;418;p26">
            <a:extLst>
              <a:ext uri="{FF2B5EF4-FFF2-40B4-BE49-F238E27FC236}">
                <a16:creationId xmlns:a16="http://schemas.microsoft.com/office/drawing/2014/main" id="{FA7B6FDF-43E2-2DF3-1C7D-4EB22CB53440}"/>
              </a:ext>
            </a:extLst>
          </p:cNvPr>
          <p:cNvSpPr txBox="1">
            <a:spLocks/>
          </p:cNvSpPr>
          <p:nvPr/>
        </p:nvSpPr>
        <p:spPr>
          <a:xfrm>
            <a:off x="1217558" y="2870075"/>
            <a:ext cx="10414148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en-GB" dirty="0">
                <a:solidFill>
                  <a:schemeClr val="tx1"/>
                </a:solidFill>
              </a:rPr>
              <a:t>Nov 2021: LPE submitted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en-GB" dirty="0">
                <a:solidFill>
                  <a:schemeClr val="tx1"/>
                </a:solidFill>
              </a:rPr>
              <a:t>Jan 2022: No bounty awarded; Fix developed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en-GB" dirty="0">
                <a:solidFill>
                  <a:schemeClr val="tx1"/>
                </a:solidFill>
              </a:rPr>
              <a:t>Jui 2022: Retest =&gt; LPE fixed, however backup retrieved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en-GB" dirty="0">
                <a:solidFill>
                  <a:schemeClr val="tx1"/>
                </a:solidFill>
              </a:rPr>
              <a:t>Sep 2022: Award received $$$$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1169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3DE027F8-7B97-23D6-30CA-DB7C22F66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CA7FA17B-DB23-BD32-AB09-571986F736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Study Case : Current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2" name="Google Shape;441;p29">
            <a:extLst>
              <a:ext uri="{FF2B5EF4-FFF2-40B4-BE49-F238E27FC236}">
                <a16:creationId xmlns:a16="http://schemas.microsoft.com/office/drawing/2014/main" id="{9EA15F33-C30F-A2C4-480C-04146253FD0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Due to a high amount of bad report, Triage team don’t even try to understand report 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BAAD2F2-7E42-DD8A-F779-8CE816F8FD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2526" y="2758190"/>
            <a:ext cx="6246948" cy="327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040249"/>
      </p:ext>
    </p:extLst>
  </p:cSld>
  <p:clrMapOvr>
    <a:masterClrMapping/>
  </p:clrMapOvr>
</p:sld>
</file>

<file path=ppt/theme/theme1.xml><?xml version="1.0" encoding="utf-8"?>
<a:theme xmlns:a="http://schemas.openxmlformats.org/drawingml/2006/main" name="SlidesMania">
  <a:themeElements>
    <a:clrScheme name="Simple Light">
      <a:dk1>
        <a:srgbClr val="FFFFFF"/>
      </a:dk1>
      <a:lt1>
        <a:srgbClr val="16242F"/>
      </a:lt1>
      <a:dk2>
        <a:srgbClr val="FFFFFF"/>
      </a:dk2>
      <a:lt2>
        <a:srgbClr val="1F3240"/>
      </a:lt2>
      <a:accent1>
        <a:srgbClr val="EB8FD8"/>
      </a:accent1>
      <a:accent2>
        <a:srgbClr val="BA94E9"/>
      </a:accent2>
      <a:accent3>
        <a:srgbClr val="B9D4B4"/>
      </a:accent3>
      <a:accent4>
        <a:srgbClr val="F46659"/>
      </a:accent4>
      <a:accent5>
        <a:srgbClr val="FFBC3E"/>
      </a:accent5>
      <a:accent6>
        <a:srgbClr val="1CC549"/>
      </a:accent6>
      <a:hlink>
        <a:srgbClr val="EB8FD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3082</TotalTime>
  <Words>2793</Words>
  <Application>Microsoft Macintosh PowerPoint</Application>
  <PresentationFormat>Grand écran</PresentationFormat>
  <Paragraphs>219</Paragraphs>
  <Slides>32</Slides>
  <Notes>32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43" baseType="lpstr">
      <vt:lpstr>Arial</vt:lpstr>
      <vt:lpstr>ProtipoLight</vt:lpstr>
      <vt:lpstr>Calibri</vt:lpstr>
      <vt:lpstr>Open Sans</vt:lpstr>
      <vt:lpstr>.SF NS</vt:lpstr>
      <vt:lpstr>Aldrich</vt:lpstr>
      <vt:lpstr>Rajdhani</vt:lpstr>
      <vt:lpstr>Roboto Mono</vt:lpstr>
      <vt:lpstr>Abril Fatface</vt:lpstr>
      <vt:lpstr>Roboto</vt:lpstr>
      <vt:lpstr>SlidesMania</vt:lpstr>
      <vt:lpstr>Everything’s about  BUG HUNTING</vt:lpstr>
      <vt:lpstr>Bug Hunting is less about finding errors and more about changes more uncovering hidden stories in code</vt:lpstr>
      <vt:lpstr>Pentest is not PAIN TEST !!!</vt:lpstr>
      <vt:lpstr>Pentest and others activities</vt:lpstr>
      <vt:lpstr>Pentest types</vt:lpstr>
      <vt:lpstr>Pentest process in companies</vt:lpstr>
      <vt:lpstr>Classical timeline</vt:lpstr>
      <vt:lpstr>OWASP</vt:lpstr>
      <vt:lpstr>OWASP Top Ten (2017vs2021)</vt:lpstr>
      <vt:lpstr>OWASP WSTG</vt:lpstr>
      <vt:lpstr>OWASP WSTG Passive</vt:lpstr>
      <vt:lpstr>OWASP WSTG Active</vt:lpstr>
      <vt:lpstr>Mitre CWE</vt:lpstr>
      <vt:lpstr>CVSS</vt:lpstr>
      <vt:lpstr>CVSS v3.1 Base</vt:lpstr>
      <vt:lpstr>CVSS v3.1 Temporal</vt:lpstr>
      <vt:lpstr>CVSS v3.1 Environmental</vt:lpstr>
      <vt:lpstr>How would you evaluate a simple user SQL Injection on a PHP application ? (5min)</vt:lpstr>
      <vt:lpstr>CVSS v4.0 Base</vt:lpstr>
      <vt:lpstr>CVE</vt:lpstr>
      <vt:lpstr>GOOD CVE</vt:lpstr>
      <vt:lpstr>BAD CVE</vt:lpstr>
      <vt:lpstr>Declare a CVE</vt:lpstr>
      <vt:lpstr>Vulnerability Market</vt:lpstr>
      <vt:lpstr>Gray Market</vt:lpstr>
      <vt:lpstr>Gray Market $$</vt:lpstr>
      <vt:lpstr>Gray Market $$$$$$</vt:lpstr>
      <vt:lpstr>Bug Bounties</vt:lpstr>
      <vt:lpstr>Warning</vt:lpstr>
      <vt:lpstr>Study Case : Grafana</vt:lpstr>
      <vt:lpstr>Study Case : MSRC</vt:lpstr>
      <vt:lpstr>Study Case : Current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Maxime Escourbiac</cp:lastModifiedBy>
  <cp:revision>76</cp:revision>
  <dcterms:modified xsi:type="dcterms:W3CDTF">2025-11-23T21:57:52Z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9e9a456-2778-4ca9-be06-1190b1e1118a_Enabled">
    <vt:lpwstr>true</vt:lpwstr>
  </property>
  <property fmtid="{D5CDD505-2E9C-101B-9397-08002B2CF9AE}" pid="3" name="MSIP_Label_09e9a456-2778-4ca9-be06-1190b1e1118a_SetDate">
    <vt:lpwstr>2024-10-15T19:54:09Z</vt:lpwstr>
  </property>
  <property fmtid="{D5CDD505-2E9C-101B-9397-08002B2CF9AE}" pid="4" name="MSIP_Label_09e9a456-2778-4ca9-be06-1190b1e1118a_Method">
    <vt:lpwstr>Standard</vt:lpwstr>
  </property>
  <property fmtid="{D5CDD505-2E9C-101B-9397-08002B2CF9AE}" pid="5" name="MSIP_Label_09e9a456-2778-4ca9-be06-1190b1e1118a_Name">
    <vt:lpwstr>D3</vt:lpwstr>
  </property>
  <property fmtid="{D5CDD505-2E9C-101B-9397-08002B2CF9AE}" pid="6" name="MSIP_Label_09e9a456-2778-4ca9-be06-1190b1e1118a_SiteId">
    <vt:lpwstr>658ba197-6c73-4fea-91bd-1c7d8de6bf2c</vt:lpwstr>
  </property>
  <property fmtid="{D5CDD505-2E9C-101B-9397-08002B2CF9AE}" pid="7" name="MSIP_Label_09e9a456-2778-4ca9-be06-1190b1e1118a_ActionId">
    <vt:lpwstr>ab8e16fd-260d-4402-a54a-8cd6c2d18cda</vt:lpwstr>
  </property>
  <property fmtid="{D5CDD505-2E9C-101B-9397-08002B2CF9AE}" pid="8" name="MSIP_Label_09e9a456-2778-4ca9-be06-1190b1e1118a_ContentBits">
    <vt:lpwstr>0</vt:lpwstr>
  </property>
</Properties>
</file>